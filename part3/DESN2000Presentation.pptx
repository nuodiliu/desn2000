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2" r:id="rId5"/>
    <p:sldId id="263" r:id="rId6"/>
    <p:sldId id="264" r:id="rId7"/>
    <p:sldId id="259" r:id="rId8"/>
    <p:sldId id="260" r:id="rId9"/>
    <p:sldId id="261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31"/>
    <p:restoredTop sz="69604"/>
  </p:normalViewPr>
  <p:slideViewPr>
    <p:cSldViewPr snapToGrid="0">
      <p:cViewPr varScale="1">
        <p:scale>
          <a:sx n="80" d="100"/>
          <a:sy n="80" d="100"/>
        </p:scale>
        <p:origin x="23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2B66559-95AE-40F9-8849-C69C33B33834}" type="doc">
      <dgm:prSet loTypeId="urn:microsoft.com/office/officeart/2005/8/layout/hierarchy1" loCatId="hierarchy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8CC82FC-CF97-47B4-B5B8-B2A609534EB3}">
      <dgm:prSet/>
      <dgm:spPr/>
      <dgm:t>
        <a:bodyPr/>
        <a:lstStyle/>
        <a:p>
          <a:r>
            <a:rPr lang="en-US"/>
            <a:t>Trust and Safety</a:t>
          </a:r>
        </a:p>
      </dgm:t>
    </dgm:pt>
    <dgm:pt modelId="{B7624B42-0281-454C-800C-519366F3FB64}" type="parTrans" cxnId="{C0290866-1490-4DB1-9769-58ADE612B315}">
      <dgm:prSet/>
      <dgm:spPr/>
      <dgm:t>
        <a:bodyPr/>
        <a:lstStyle/>
        <a:p>
          <a:endParaRPr lang="en-US"/>
        </a:p>
      </dgm:t>
    </dgm:pt>
    <dgm:pt modelId="{8A57EFB7-A625-4116-89F8-C87E70C89E6F}" type="sibTrans" cxnId="{C0290866-1490-4DB1-9769-58ADE612B315}">
      <dgm:prSet/>
      <dgm:spPr/>
      <dgm:t>
        <a:bodyPr/>
        <a:lstStyle/>
        <a:p>
          <a:endParaRPr lang="en-US"/>
        </a:p>
      </dgm:t>
    </dgm:pt>
    <dgm:pt modelId="{D6F96570-F815-46F6-B8C2-426822A9050C}">
      <dgm:prSet/>
      <dgm:spPr/>
      <dgm:t>
        <a:bodyPr/>
        <a:lstStyle/>
        <a:p>
          <a:r>
            <a:rPr lang="en-US"/>
            <a:t>House </a:t>
          </a:r>
          <a:r>
            <a:rPr lang="en-AU"/>
            <a:t>compatibility</a:t>
          </a:r>
          <a:endParaRPr lang="en-US"/>
        </a:p>
      </dgm:t>
    </dgm:pt>
    <dgm:pt modelId="{06039F8A-E3D1-40FA-BFC8-B3426E7A37B3}" type="parTrans" cxnId="{AEA4FE2E-B659-42AA-916E-2293AF68562D}">
      <dgm:prSet/>
      <dgm:spPr/>
      <dgm:t>
        <a:bodyPr/>
        <a:lstStyle/>
        <a:p>
          <a:endParaRPr lang="en-US"/>
        </a:p>
      </dgm:t>
    </dgm:pt>
    <dgm:pt modelId="{B3A29442-AEE3-4A00-A5C4-EEBDD755FFCF}" type="sibTrans" cxnId="{AEA4FE2E-B659-42AA-916E-2293AF68562D}">
      <dgm:prSet/>
      <dgm:spPr/>
      <dgm:t>
        <a:bodyPr/>
        <a:lstStyle/>
        <a:p>
          <a:endParaRPr lang="en-US"/>
        </a:p>
      </dgm:t>
    </dgm:pt>
    <dgm:pt modelId="{8564D895-9940-4670-9B60-9985A48C1295}">
      <dgm:prSet/>
      <dgm:spPr/>
      <dgm:t>
        <a:bodyPr/>
        <a:lstStyle/>
        <a:p>
          <a:r>
            <a:rPr lang="en-AU"/>
            <a:t>Shared-living management</a:t>
          </a:r>
          <a:endParaRPr lang="en-US"/>
        </a:p>
      </dgm:t>
    </dgm:pt>
    <dgm:pt modelId="{B6CC82FD-9A55-4AF7-B747-99D81330E378}" type="parTrans" cxnId="{10414B07-3098-4CCF-BC18-5BDD17D75F8B}">
      <dgm:prSet/>
      <dgm:spPr/>
      <dgm:t>
        <a:bodyPr/>
        <a:lstStyle/>
        <a:p>
          <a:endParaRPr lang="en-US"/>
        </a:p>
      </dgm:t>
    </dgm:pt>
    <dgm:pt modelId="{69D4A4F3-B693-4F83-8F48-81ACFAF3B485}" type="sibTrans" cxnId="{10414B07-3098-4CCF-BC18-5BDD17D75F8B}">
      <dgm:prSet/>
      <dgm:spPr/>
      <dgm:t>
        <a:bodyPr/>
        <a:lstStyle/>
        <a:p>
          <a:endParaRPr lang="en-US"/>
        </a:p>
      </dgm:t>
    </dgm:pt>
    <dgm:pt modelId="{2D26799F-A3BE-414D-98C0-CABA70A385C0}">
      <dgm:prSet/>
      <dgm:spPr/>
      <dgm:t>
        <a:bodyPr/>
        <a:lstStyle/>
        <a:p>
          <a:r>
            <a:rPr lang="en-AU"/>
            <a:t>Existing-solution gap</a:t>
          </a:r>
          <a:endParaRPr lang="en-US"/>
        </a:p>
      </dgm:t>
    </dgm:pt>
    <dgm:pt modelId="{6ED1A64D-ED10-424D-98E6-7B4C01308683}" type="parTrans" cxnId="{82F738BA-2051-4D2F-BEBF-D3C304ECA9E2}">
      <dgm:prSet/>
      <dgm:spPr/>
      <dgm:t>
        <a:bodyPr/>
        <a:lstStyle/>
        <a:p>
          <a:endParaRPr lang="en-US"/>
        </a:p>
      </dgm:t>
    </dgm:pt>
    <dgm:pt modelId="{D14F54C6-7443-4147-BE98-3BB0A3A8DAF0}" type="sibTrans" cxnId="{82F738BA-2051-4D2F-BEBF-D3C304ECA9E2}">
      <dgm:prSet/>
      <dgm:spPr/>
      <dgm:t>
        <a:bodyPr/>
        <a:lstStyle/>
        <a:p>
          <a:endParaRPr lang="en-US"/>
        </a:p>
      </dgm:t>
    </dgm:pt>
    <dgm:pt modelId="{620F37B8-FD0A-834A-837D-A74AE2741384}" type="pres">
      <dgm:prSet presAssocID="{62B66559-95AE-40F9-8849-C69C33B33834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C851138-ABD3-B64C-BC1B-3299A0AAB07D}" type="pres">
      <dgm:prSet presAssocID="{18CC82FC-CF97-47B4-B5B8-B2A609534EB3}" presName="hierRoot1" presStyleCnt="0"/>
      <dgm:spPr/>
    </dgm:pt>
    <dgm:pt modelId="{140B47EF-6153-1D4D-9F38-145EEDFFFF25}" type="pres">
      <dgm:prSet presAssocID="{18CC82FC-CF97-47B4-B5B8-B2A609534EB3}" presName="composite" presStyleCnt="0"/>
      <dgm:spPr/>
    </dgm:pt>
    <dgm:pt modelId="{43C9A5CD-5781-404D-B667-0009D95D428D}" type="pres">
      <dgm:prSet presAssocID="{18CC82FC-CF97-47B4-B5B8-B2A609534EB3}" presName="background" presStyleLbl="node0" presStyleIdx="0" presStyleCnt="4"/>
      <dgm:spPr/>
    </dgm:pt>
    <dgm:pt modelId="{D78D6D96-CE86-4A4F-9E9A-47F08E98933E}" type="pres">
      <dgm:prSet presAssocID="{18CC82FC-CF97-47B4-B5B8-B2A609534EB3}" presName="text" presStyleLbl="fgAcc0" presStyleIdx="0" presStyleCnt="4">
        <dgm:presLayoutVars>
          <dgm:chPref val="3"/>
        </dgm:presLayoutVars>
      </dgm:prSet>
      <dgm:spPr/>
    </dgm:pt>
    <dgm:pt modelId="{899DC03D-89FD-2D46-99E7-159F8A766191}" type="pres">
      <dgm:prSet presAssocID="{18CC82FC-CF97-47B4-B5B8-B2A609534EB3}" presName="hierChild2" presStyleCnt="0"/>
      <dgm:spPr/>
    </dgm:pt>
    <dgm:pt modelId="{76C9C06D-22A3-0643-8D14-6D43F276680F}" type="pres">
      <dgm:prSet presAssocID="{D6F96570-F815-46F6-B8C2-426822A9050C}" presName="hierRoot1" presStyleCnt="0"/>
      <dgm:spPr/>
    </dgm:pt>
    <dgm:pt modelId="{8892309C-9DCD-6149-AB6C-99BF3A384EC1}" type="pres">
      <dgm:prSet presAssocID="{D6F96570-F815-46F6-B8C2-426822A9050C}" presName="composite" presStyleCnt="0"/>
      <dgm:spPr/>
    </dgm:pt>
    <dgm:pt modelId="{3930AE93-F92E-4641-8AF4-3C74B2C62E7D}" type="pres">
      <dgm:prSet presAssocID="{D6F96570-F815-46F6-B8C2-426822A9050C}" presName="background" presStyleLbl="node0" presStyleIdx="1" presStyleCnt="4"/>
      <dgm:spPr/>
    </dgm:pt>
    <dgm:pt modelId="{58C96566-929D-1F4D-B75E-31B1AC83CD22}" type="pres">
      <dgm:prSet presAssocID="{D6F96570-F815-46F6-B8C2-426822A9050C}" presName="text" presStyleLbl="fgAcc0" presStyleIdx="1" presStyleCnt="4">
        <dgm:presLayoutVars>
          <dgm:chPref val="3"/>
        </dgm:presLayoutVars>
      </dgm:prSet>
      <dgm:spPr/>
    </dgm:pt>
    <dgm:pt modelId="{A903106A-649C-B949-B142-C90CA077E942}" type="pres">
      <dgm:prSet presAssocID="{D6F96570-F815-46F6-B8C2-426822A9050C}" presName="hierChild2" presStyleCnt="0"/>
      <dgm:spPr/>
    </dgm:pt>
    <dgm:pt modelId="{9FB0E57C-1B8D-C448-BF7C-253904F54CA4}" type="pres">
      <dgm:prSet presAssocID="{8564D895-9940-4670-9B60-9985A48C1295}" presName="hierRoot1" presStyleCnt="0"/>
      <dgm:spPr/>
    </dgm:pt>
    <dgm:pt modelId="{552D1119-C30F-FE4A-BB5A-DF44272891BC}" type="pres">
      <dgm:prSet presAssocID="{8564D895-9940-4670-9B60-9985A48C1295}" presName="composite" presStyleCnt="0"/>
      <dgm:spPr/>
    </dgm:pt>
    <dgm:pt modelId="{AC7137C9-F208-A446-85B9-303D5DE7EF7E}" type="pres">
      <dgm:prSet presAssocID="{8564D895-9940-4670-9B60-9985A48C1295}" presName="background" presStyleLbl="node0" presStyleIdx="2" presStyleCnt="4"/>
      <dgm:spPr/>
    </dgm:pt>
    <dgm:pt modelId="{B931F1BE-414F-744D-B306-B7C4DE0094B1}" type="pres">
      <dgm:prSet presAssocID="{8564D895-9940-4670-9B60-9985A48C1295}" presName="text" presStyleLbl="fgAcc0" presStyleIdx="2" presStyleCnt="4">
        <dgm:presLayoutVars>
          <dgm:chPref val="3"/>
        </dgm:presLayoutVars>
      </dgm:prSet>
      <dgm:spPr/>
    </dgm:pt>
    <dgm:pt modelId="{8EB41D0C-40DB-4A47-9EE7-96E97E7EFBD8}" type="pres">
      <dgm:prSet presAssocID="{8564D895-9940-4670-9B60-9985A48C1295}" presName="hierChild2" presStyleCnt="0"/>
      <dgm:spPr/>
    </dgm:pt>
    <dgm:pt modelId="{6E4B83DE-9162-644E-9DD9-A5211D00E16A}" type="pres">
      <dgm:prSet presAssocID="{2D26799F-A3BE-414D-98C0-CABA70A385C0}" presName="hierRoot1" presStyleCnt="0"/>
      <dgm:spPr/>
    </dgm:pt>
    <dgm:pt modelId="{0DD495C8-B3A3-254C-9098-8F71E05EAF5E}" type="pres">
      <dgm:prSet presAssocID="{2D26799F-A3BE-414D-98C0-CABA70A385C0}" presName="composite" presStyleCnt="0"/>
      <dgm:spPr/>
    </dgm:pt>
    <dgm:pt modelId="{1256776C-ABA8-D340-B331-E06DBBBD60BE}" type="pres">
      <dgm:prSet presAssocID="{2D26799F-A3BE-414D-98C0-CABA70A385C0}" presName="background" presStyleLbl="node0" presStyleIdx="3" presStyleCnt="4"/>
      <dgm:spPr/>
    </dgm:pt>
    <dgm:pt modelId="{9A94FCED-DF8A-3748-BC2A-D5EBCE4D3D81}" type="pres">
      <dgm:prSet presAssocID="{2D26799F-A3BE-414D-98C0-CABA70A385C0}" presName="text" presStyleLbl="fgAcc0" presStyleIdx="3" presStyleCnt="4">
        <dgm:presLayoutVars>
          <dgm:chPref val="3"/>
        </dgm:presLayoutVars>
      </dgm:prSet>
      <dgm:spPr/>
    </dgm:pt>
    <dgm:pt modelId="{992F9570-12F2-E246-9574-CD805BF7F2D3}" type="pres">
      <dgm:prSet presAssocID="{2D26799F-A3BE-414D-98C0-CABA70A385C0}" presName="hierChild2" presStyleCnt="0"/>
      <dgm:spPr/>
    </dgm:pt>
  </dgm:ptLst>
  <dgm:cxnLst>
    <dgm:cxn modelId="{10414B07-3098-4CCF-BC18-5BDD17D75F8B}" srcId="{62B66559-95AE-40F9-8849-C69C33B33834}" destId="{8564D895-9940-4670-9B60-9985A48C1295}" srcOrd="2" destOrd="0" parTransId="{B6CC82FD-9A55-4AF7-B747-99D81330E378}" sibTransId="{69D4A4F3-B693-4F83-8F48-81ACFAF3B485}"/>
    <dgm:cxn modelId="{BF93EC21-9B33-1D4B-8BA5-7C4BC9E4A1FC}" type="presOf" srcId="{62B66559-95AE-40F9-8849-C69C33B33834}" destId="{620F37B8-FD0A-834A-837D-A74AE2741384}" srcOrd="0" destOrd="0" presId="urn:microsoft.com/office/officeart/2005/8/layout/hierarchy1"/>
    <dgm:cxn modelId="{AEA4FE2E-B659-42AA-916E-2293AF68562D}" srcId="{62B66559-95AE-40F9-8849-C69C33B33834}" destId="{D6F96570-F815-46F6-B8C2-426822A9050C}" srcOrd="1" destOrd="0" parTransId="{06039F8A-E3D1-40FA-BFC8-B3426E7A37B3}" sibTransId="{B3A29442-AEE3-4A00-A5C4-EEBDD755FFCF}"/>
    <dgm:cxn modelId="{B5E3D765-8DB0-AC4A-B9DC-B0FDC4D75978}" type="presOf" srcId="{2D26799F-A3BE-414D-98C0-CABA70A385C0}" destId="{9A94FCED-DF8A-3748-BC2A-D5EBCE4D3D81}" srcOrd="0" destOrd="0" presId="urn:microsoft.com/office/officeart/2005/8/layout/hierarchy1"/>
    <dgm:cxn modelId="{C0290866-1490-4DB1-9769-58ADE612B315}" srcId="{62B66559-95AE-40F9-8849-C69C33B33834}" destId="{18CC82FC-CF97-47B4-B5B8-B2A609534EB3}" srcOrd="0" destOrd="0" parTransId="{B7624B42-0281-454C-800C-519366F3FB64}" sibTransId="{8A57EFB7-A625-4116-89F8-C87E70C89E6F}"/>
    <dgm:cxn modelId="{6E4F9899-FAB8-3948-B17D-91548D4AAF1C}" type="presOf" srcId="{D6F96570-F815-46F6-B8C2-426822A9050C}" destId="{58C96566-929D-1F4D-B75E-31B1AC83CD22}" srcOrd="0" destOrd="0" presId="urn:microsoft.com/office/officeart/2005/8/layout/hierarchy1"/>
    <dgm:cxn modelId="{6B8569A3-2BA1-E647-824A-FADC0DBDBC4C}" type="presOf" srcId="{18CC82FC-CF97-47B4-B5B8-B2A609534EB3}" destId="{D78D6D96-CE86-4A4F-9E9A-47F08E98933E}" srcOrd="0" destOrd="0" presId="urn:microsoft.com/office/officeart/2005/8/layout/hierarchy1"/>
    <dgm:cxn modelId="{931C16A5-48B6-6A46-AA97-70FBE89ABCFA}" type="presOf" srcId="{8564D895-9940-4670-9B60-9985A48C1295}" destId="{B931F1BE-414F-744D-B306-B7C4DE0094B1}" srcOrd="0" destOrd="0" presId="urn:microsoft.com/office/officeart/2005/8/layout/hierarchy1"/>
    <dgm:cxn modelId="{82F738BA-2051-4D2F-BEBF-D3C304ECA9E2}" srcId="{62B66559-95AE-40F9-8849-C69C33B33834}" destId="{2D26799F-A3BE-414D-98C0-CABA70A385C0}" srcOrd="3" destOrd="0" parTransId="{6ED1A64D-ED10-424D-98E6-7B4C01308683}" sibTransId="{D14F54C6-7443-4147-BE98-3BB0A3A8DAF0}"/>
    <dgm:cxn modelId="{2A2BBA60-FF50-AF4D-AD86-0D760438F1FE}" type="presParOf" srcId="{620F37B8-FD0A-834A-837D-A74AE2741384}" destId="{DC851138-ABD3-B64C-BC1B-3299A0AAB07D}" srcOrd="0" destOrd="0" presId="urn:microsoft.com/office/officeart/2005/8/layout/hierarchy1"/>
    <dgm:cxn modelId="{9D7365F9-404D-3946-87B7-EC2007D2CE25}" type="presParOf" srcId="{DC851138-ABD3-B64C-BC1B-3299A0AAB07D}" destId="{140B47EF-6153-1D4D-9F38-145EEDFFFF25}" srcOrd="0" destOrd="0" presId="urn:microsoft.com/office/officeart/2005/8/layout/hierarchy1"/>
    <dgm:cxn modelId="{6666BBB9-CB59-CD4A-845C-9D6E4F057E5A}" type="presParOf" srcId="{140B47EF-6153-1D4D-9F38-145EEDFFFF25}" destId="{43C9A5CD-5781-404D-B667-0009D95D428D}" srcOrd="0" destOrd="0" presId="urn:microsoft.com/office/officeart/2005/8/layout/hierarchy1"/>
    <dgm:cxn modelId="{E3CEBEFB-BA8B-614D-95F7-BEEA7B4130E4}" type="presParOf" srcId="{140B47EF-6153-1D4D-9F38-145EEDFFFF25}" destId="{D78D6D96-CE86-4A4F-9E9A-47F08E98933E}" srcOrd="1" destOrd="0" presId="urn:microsoft.com/office/officeart/2005/8/layout/hierarchy1"/>
    <dgm:cxn modelId="{A389A85F-B1B3-0445-84E4-EDBD10A8955A}" type="presParOf" srcId="{DC851138-ABD3-B64C-BC1B-3299A0AAB07D}" destId="{899DC03D-89FD-2D46-99E7-159F8A766191}" srcOrd="1" destOrd="0" presId="urn:microsoft.com/office/officeart/2005/8/layout/hierarchy1"/>
    <dgm:cxn modelId="{02F3DAEA-BB80-114B-9B6E-06E3C6D8588E}" type="presParOf" srcId="{620F37B8-FD0A-834A-837D-A74AE2741384}" destId="{76C9C06D-22A3-0643-8D14-6D43F276680F}" srcOrd="1" destOrd="0" presId="urn:microsoft.com/office/officeart/2005/8/layout/hierarchy1"/>
    <dgm:cxn modelId="{59535278-74A4-1A46-85BF-347B5DEC86BA}" type="presParOf" srcId="{76C9C06D-22A3-0643-8D14-6D43F276680F}" destId="{8892309C-9DCD-6149-AB6C-99BF3A384EC1}" srcOrd="0" destOrd="0" presId="urn:microsoft.com/office/officeart/2005/8/layout/hierarchy1"/>
    <dgm:cxn modelId="{F89048AA-9A94-0C4A-91EE-192EE8C58233}" type="presParOf" srcId="{8892309C-9DCD-6149-AB6C-99BF3A384EC1}" destId="{3930AE93-F92E-4641-8AF4-3C74B2C62E7D}" srcOrd="0" destOrd="0" presId="urn:microsoft.com/office/officeart/2005/8/layout/hierarchy1"/>
    <dgm:cxn modelId="{E0E6B997-28D1-A447-ADAC-42CB46263F4E}" type="presParOf" srcId="{8892309C-9DCD-6149-AB6C-99BF3A384EC1}" destId="{58C96566-929D-1F4D-B75E-31B1AC83CD22}" srcOrd="1" destOrd="0" presId="urn:microsoft.com/office/officeart/2005/8/layout/hierarchy1"/>
    <dgm:cxn modelId="{03BBA08E-9A39-0040-B87F-C89D64C1B7D2}" type="presParOf" srcId="{76C9C06D-22A3-0643-8D14-6D43F276680F}" destId="{A903106A-649C-B949-B142-C90CA077E942}" srcOrd="1" destOrd="0" presId="urn:microsoft.com/office/officeart/2005/8/layout/hierarchy1"/>
    <dgm:cxn modelId="{52F00B80-0BCD-DF49-920C-16371F164F6F}" type="presParOf" srcId="{620F37B8-FD0A-834A-837D-A74AE2741384}" destId="{9FB0E57C-1B8D-C448-BF7C-253904F54CA4}" srcOrd="2" destOrd="0" presId="urn:microsoft.com/office/officeart/2005/8/layout/hierarchy1"/>
    <dgm:cxn modelId="{7F2A97FC-8822-F446-8928-F8F768FBEEF4}" type="presParOf" srcId="{9FB0E57C-1B8D-C448-BF7C-253904F54CA4}" destId="{552D1119-C30F-FE4A-BB5A-DF44272891BC}" srcOrd="0" destOrd="0" presId="urn:microsoft.com/office/officeart/2005/8/layout/hierarchy1"/>
    <dgm:cxn modelId="{E92C20A9-D6B9-B44D-9D38-A1AA422CF310}" type="presParOf" srcId="{552D1119-C30F-FE4A-BB5A-DF44272891BC}" destId="{AC7137C9-F208-A446-85B9-303D5DE7EF7E}" srcOrd="0" destOrd="0" presId="urn:microsoft.com/office/officeart/2005/8/layout/hierarchy1"/>
    <dgm:cxn modelId="{299D346A-5C4F-294F-9BC9-542D51541981}" type="presParOf" srcId="{552D1119-C30F-FE4A-BB5A-DF44272891BC}" destId="{B931F1BE-414F-744D-B306-B7C4DE0094B1}" srcOrd="1" destOrd="0" presId="urn:microsoft.com/office/officeart/2005/8/layout/hierarchy1"/>
    <dgm:cxn modelId="{37D537BB-37A1-3B4E-AD53-1230F32F4798}" type="presParOf" srcId="{9FB0E57C-1B8D-C448-BF7C-253904F54CA4}" destId="{8EB41D0C-40DB-4A47-9EE7-96E97E7EFBD8}" srcOrd="1" destOrd="0" presId="urn:microsoft.com/office/officeart/2005/8/layout/hierarchy1"/>
    <dgm:cxn modelId="{C8F54B09-450C-2F49-84E6-B2C02B83ADC9}" type="presParOf" srcId="{620F37B8-FD0A-834A-837D-A74AE2741384}" destId="{6E4B83DE-9162-644E-9DD9-A5211D00E16A}" srcOrd="3" destOrd="0" presId="urn:microsoft.com/office/officeart/2005/8/layout/hierarchy1"/>
    <dgm:cxn modelId="{391851CD-DFBC-6F48-90CE-D8684CBE894A}" type="presParOf" srcId="{6E4B83DE-9162-644E-9DD9-A5211D00E16A}" destId="{0DD495C8-B3A3-254C-9098-8F71E05EAF5E}" srcOrd="0" destOrd="0" presId="urn:microsoft.com/office/officeart/2005/8/layout/hierarchy1"/>
    <dgm:cxn modelId="{FB77EAB2-9F7F-7140-B06B-EF60DA9670CE}" type="presParOf" srcId="{0DD495C8-B3A3-254C-9098-8F71E05EAF5E}" destId="{1256776C-ABA8-D340-B331-E06DBBBD60BE}" srcOrd="0" destOrd="0" presId="urn:microsoft.com/office/officeart/2005/8/layout/hierarchy1"/>
    <dgm:cxn modelId="{25A3CE90-3181-EB4F-B7F0-0571D10FE091}" type="presParOf" srcId="{0DD495C8-B3A3-254C-9098-8F71E05EAF5E}" destId="{9A94FCED-DF8A-3748-BC2A-D5EBCE4D3D81}" srcOrd="1" destOrd="0" presId="urn:microsoft.com/office/officeart/2005/8/layout/hierarchy1"/>
    <dgm:cxn modelId="{297BA3A5-DEE6-D64D-AC6A-6CA3EC9FF6C2}" type="presParOf" srcId="{6E4B83DE-9162-644E-9DD9-A5211D00E16A}" destId="{992F9570-12F2-E246-9574-CD805BF7F2D3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C9A5CD-5781-404D-B667-0009D95D428D}">
      <dsp:nvSpPr>
        <dsp:cNvPr id="0" name=""/>
        <dsp:cNvSpPr/>
      </dsp:nvSpPr>
      <dsp:spPr>
        <a:xfrm>
          <a:off x="3080" y="1361187"/>
          <a:ext cx="2199649" cy="13967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78D6D96-CE86-4A4F-9E9A-47F08E98933E}">
      <dsp:nvSpPr>
        <dsp:cNvPr id="0" name=""/>
        <dsp:cNvSpPr/>
      </dsp:nvSpPr>
      <dsp:spPr>
        <a:xfrm>
          <a:off x="247486" y="1593372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Trust and Safety</a:t>
          </a:r>
        </a:p>
      </dsp:txBody>
      <dsp:txXfrm>
        <a:off x="288396" y="1634282"/>
        <a:ext cx="2117829" cy="1314957"/>
      </dsp:txXfrm>
    </dsp:sp>
    <dsp:sp modelId="{3930AE93-F92E-4641-8AF4-3C74B2C62E7D}">
      <dsp:nvSpPr>
        <dsp:cNvPr id="0" name=""/>
        <dsp:cNvSpPr/>
      </dsp:nvSpPr>
      <dsp:spPr>
        <a:xfrm>
          <a:off x="2691541" y="1361187"/>
          <a:ext cx="2199649" cy="13967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8C96566-929D-1F4D-B75E-31B1AC83CD22}">
      <dsp:nvSpPr>
        <dsp:cNvPr id="0" name=""/>
        <dsp:cNvSpPr/>
      </dsp:nvSpPr>
      <dsp:spPr>
        <a:xfrm>
          <a:off x="2935947" y="1593372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House </a:t>
          </a:r>
          <a:r>
            <a:rPr lang="en-AU" sz="2600" kern="1200"/>
            <a:t>compatibility</a:t>
          </a:r>
          <a:endParaRPr lang="en-US" sz="2600" kern="1200"/>
        </a:p>
      </dsp:txBody>
      <dsp:txXfrm>
        <a:off x="2976857" y="1634282"/>
        <a:ext cx="2117829" cy="1314957"/>
      </dsp:txXfrm>
    </dsp:sp>
    <dsp:sp modelId="{AC7137C9-F208-A446-85B9-303D5DE7EF7E}">
      <dsp:nvSpPr>
        <dsp:cNvPr id="0" name=""/>
        <dsp:cNvSpPr/>
      </dsp:nvSpPr>
      <dsp:spPr>
        <a:xfrm>
          <a:off x="5380002" y="1361187"/>
          <a:ext cx="2199649" cy="13967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931F1BE-414F-744D-B306-B7C4DE0094B1}">
      <dsp:nvSpPr>
        <dsp:cNvPr id="0" name=""/>
        <dsp:cNvSpPr/>
      </dsp:nvSpPr>
      <dsp:spPr>
        <a:xfrm>
          <a:off x="5624408" y="1593372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U" sz="2600" kern="1200"/>
            <a:t>Shared-living management</a:t>
          </a:r>
          <a:endParaRPr lang="en-US" sz="2600" kern="1200"/>
        </a:p>
      </dsp:txBody>
      <dsp:txXfrm>
        <a:off x="5665318" y="1634282"/>
        <a:ext cx="2117829" cy="1314957"/>
      </dsp:txXfrm>
    </dsp:sp>
    <dsp:sp modelId="{1256776C-ABA8-D340-B331-E06DBBBD60BE}">
      <dsp:nvSpPr>
        <dsp:cNvPr id="0" name=""/>
        <dsp:cNvSpPr/>
      </dsp:nvSpPr>
      <dsp:spPr>
        <a:xfrm>
          <a:off x="8068463" y="1361187"/>
          <a:ext cx="2199649" cy="13967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A94FCED-DF8A-3748-BC2A-D5EBCE4D3D81}">
      <dsp:nvSpPr>
        <dsp:cNvPr id="0" name=""/>
        <dsp:cNvSpPr/>
      </dsp:nvSpPr>
      <dsp:spPr>
        <a:xfrm>
          <a:off x="8312869" y="1593372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U" sz="2600" kern="1200"/>
            <a:t>Existing-solution gap</a:t>
          </a:r>
          <a:endParaRPr lang="en-US" sz="2600" kern="1200"/>
        </a:p>
      </dsp:txBody>
      <dsp:txXfrm>
        <a:off x="8353779" y="1634282"/>
        <a:ext cx="2117829" cy="1314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0D84AC-8EBF-6749-BB6A-F592DC5DAEE7}" type="datetimeFigureOut">
              <a:rPr lang="en-US" smtClean="0"/>
              <a:t>8/1/26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071EED-9F32-2447-B94B-AC948C02EB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887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User</a:t>
            </a:r>
          </a:p>
          <a:p>
            <a:r>
              <a:rPr lang="en-A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User problem</a:t>
            </a:r>
          </a:p>
          <a:p>
            <a:r>
              <a:rPr lang="en-A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Why </a:t>
            </a:r>
            <a:r>
              <a:rPr lang="en-A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importent</a:t>
            </a:r>
            <a:r>
              <a:rPr lang="en-A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</a:t>
            </a:r>
          </a:p>
          <a:p>
            <a:r>
              <a:rPr lang="en-A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Why existing solutions not doing it well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071EED-9F32-2447-B94B-AC948C02EB1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9999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100% interviewer </a:t>
            </a:r>
            <a:r>
              <a:rPr lang="en-AU" dirty="0"/>
              <a:t>were concerned about rental scams</a:t>
            </a:r>
          </a:p>
          <a:p>
            <a:r>
              <a:rPr lang="en-AU" b="1" dirty="0"/>
              <a:t>43.75%</a:t>
            </a:r>
            <a:r>
              <a:rPr lang="en-AU" dirty="0"/>
              <a:t> encountered false housing information</a:t>
            </a:r>
          </a:p>
          <a:p>
            <a:r>
              <a:rPr lang="en-AU" dirty="0"/>
              <a:t>Reliable evidence is widely needed</a:t>
            </a:r>
          </a:p>
          <a:p>
            <a:pPr lvl="0"/>
            <a:endParaRPr lang="en-AU" dirty="0"/>
          </a:p>
          <a:p>
            <a:pPr lvl="0"/>
            <a:endParaRPr lang="en-AU" dirty="0"/>
          </a:p>
          <a:p>
            <a:pPr lvl="0"/>
            <a:r>
              <a:rPr lang="en-AU" dirty="0"/>
              <a:t>Students </a:t>
            </a:r>
            <a:r>
              <a:rPr lang="en-AU" dirty="0" err="1"/>
              <a:t>wanted:Realistic</a:t>
            </a:r>
            <a:r>
              <a:rPr lang="en-AU" dirty="0"/>
              <a:t> property photos</a:t>
            </a:r>
          </a:p>
          <a:p>
            <a:pPr lvl="0"/>
            <a:r>
              <a:rPr lang="en-AU" dirty="0"/>
              <a:t>Clear location information</a:t>
            </a:r>
          </a:p>
          <a:p>
            <a:pPr lvl="0"/>
            <a:r>
              <a:rPr lang="en-AU" dirty="0"/>
              <a:t>Reviews from previous tenants</a:t>
            </a:r>
          </a:p>
          <a:p>
            <a:pPr lvl="0"/>
            <a:r>
              <a:rPr lang="en-AU" dirty="0"/>
              <a:t>Information about nearby facilities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071EED-9F32-2447-B94B-AC948C02EB1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184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b="1" dirty="0"/>
              <a:t>87.5%</a:t>
            </a:r>
            <a:r>
              <a:rPr lang="en-AU" dirty="0"/>
              <a:t> rated as important</a:t>
            </a:r>
            <a:endParaRPr lang="en-US" dirty="0"/>
          </a:p>
          <a:p>
            <a:r>
              <a:rPr lang="en-AU" dirty="0"/>
              <a:t>Keywords: Quiet, Respect, Similarity, Boundaries, Responsibility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071EED-9F32-2447-B94B-AC948C02EB1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117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071EED-9F32-2447-B94B-AC948C02EB1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1185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7774C-B230-C4AB-EB07-01E5A599B6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B2C960-42B2-4DE5-5CFD-06115BC7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3D219-32D8-D1FE-1838-41015CD39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1603B-5823-A74B-B1DD-2C1E9BC4A831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351D2-2674-DF12-CC4C-DE58C932C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74868E-B937-7CEC-7AE8-A7F9897A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78988-1960-9043-BD4F-6B5136214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5284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633C5-6165-45E0-0346-14CF55915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1B7CC-F381-BBDD-712C-E28945B28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F64863-C58B-FF14-CA1B-5885C9246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1603B-5823-A74B-B1DD-2C1E9BC4A831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B1043-48BB-2B9F-10AF-E43FCA819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305F0-64C4-309C-8D30-A9363C4DC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78988-1960-9043-BD4F-6B5136214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8818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2D078-42D8-09D7-9A93-9E29E52D0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66EE8-D537-EB62-BC56-5288BE1D5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D80CC-04A6-71D9-3BC6-E7D98392C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1603B-5823-A74B-B1DD-2C1E9BC4A831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8E2231-06A9-B064-B548-02939769A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1C77C-1CA5-A045-5726-C40606F4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78988-1960-9043-BD4F-6B5136214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487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F8DB9-3EB8-0A59-743E-09922292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EA39B-0F88-E558-E49E-3A2A72B76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870B8D-1B4B-9539-2825-B3A70FBDED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B2AF0A-6A68-B823-0270-97B41E474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1603B-5823-A74B-B1DD-2C1E9BC4A831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176E99-06F2-3424-06A4-26D015E95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6FD725-8585-B8F0-FE92-736AD84C4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78988-1960-9043-BD4F-6B5136214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056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1C51D-4102-5C0F-BA86-48B8BF647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DD8015-942D-F3DC-6C8D-F0EF15096C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42FEB8-7F13-BE99-CE23-451610AA3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C6907D-BF52-7701-F846-5543568F84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3B241B-07DF-C8E2-C199-BCF3E0EB3A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21A5D1-80D6-6746-814B-15B80C7EF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1603B-5823-A74B-B1DD-2C1E9BC4A831}" type="datetimeFigureOut">
              <a:rPr lang="en-US" smtClean="0"/>
              <a:t>8/1/26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FB8D5D-E8EC-F003-3CDC-D2371AAD6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09F852-C70C-DB24-8B4E-2F90A8E8F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78988-1960-9043-BD4F-6B5136214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479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88F37-1967-FF62-55D3-88D0F9E9E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2BF5EB-AC6C-A41C-4E19-9E5CA92E8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1603B-5823-A74B-B1DD-2C1E9BC4A831}" type="datetimeFigureOut">
              <a:rPr lang="en-US" smtClean="0"/>
              <a:t>8/1/26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A833E1-EE96-BC09-1DC6-8906F1C7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B3AE2F-9464-81B6-09A9-5B3F058A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78988-1960-9043-BD4F-6B5136214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944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2525FA-83C8-A2DD-A2E5-9F4F6D178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1603B-5823-A74B-B1DD-2C1E9BC4A831}" type="datetimeFigureOut">
              <a:rPr lang="en-US" smtClean="0"/>
              <a:t>8/1/26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61D3F9-B1DA-1729-2205-DAE4DD782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D4AEF-E908-62CA-1E40-4CB97ABC3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78988-1960-9043-BD4F-6B5136214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849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ADF23-D571-09EC-30F7-F122188F3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CE4AB-7313-B518-F1ED-4F6C725AC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73A35E-F470-36ED-1081-7ABC2CCB9D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DBB81-65DB-1769-5214-FFFA6F414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1603B-5823-A74B-B1DD-2C1E9BC4A831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8222FA-1D83-88C7-5946-F59798DA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D38B4E-8FAD-3641-D46F-C5BA98C85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78988-1960-9043-BD4F-6B5136214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322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20AE0-E435-1FC1-8D18-407805F06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8A51E5-827C-5ECC-C72E-2656316CE5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4E3758-5AAF-B4EC-3952-6DF0081982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99444-B3F3-7018-C584-208369624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1603B-5823-A74B-B1DD-2C1E9BC4A831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6D316F-D0F4-4031-648F-125F2E7C9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7D7FAE-8037-5A26-A96F-2F128107E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78988-1960-9043-BD4F-6B5136214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229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335A3-900D-5F5F-0BD2-28CF6F358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64E6B5-DC73-90F9-A527-BFC6898B71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C97C3-7921-34DE-C324-1DBF0F948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1603B-5823-A74B-B1DD-2C1E9BC4A831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4085A0-D2FE-151C-74E5-EA9A31F0F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F0F816-28AE-9343-F1D3-F22EDA25C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78988-1960-9043-BD4F-6B5136214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382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F1C50-C4B5-BD09-71BA-4331C882CC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57069A-BA5B-1836-0071-58316CCC2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3FB27-3E1C-1FA4-0794-5FB954D3D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1603B-5823-A74B-B1DD-2C1E9BC4A831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921A3A-5F72-BF7B-5312-B57F6A5D7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3C18E-3B69-5499-E447-D06F4193E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78988-1960-9043-BD4F-6B5136214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147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C865A6-9833-EE55-5AE1-37BE3B7B8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3EA2FB-9CFE-CD11-4E57-E718D6E7D2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20DCE8-0148-7AB6-DFA3-9D92C87D9F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F1603B-5823-A74B-B1DD-2C1E9BC4A831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4567A-1CBD-BBAF-0BB7-83D9FBCA36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E03661-A122-000B-57CC-A81088FC14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078988-1960-9043-BD4F-6B5136214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761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A788C-873A-522E-356C-1ABA6E6B00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02691"/>
            <a:ext cx="9144000" cy="23876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AU" dirty="0"/>
              <a:t>Roommate Haven</a:t>
            </a:r>
            <a:br>
              <a:rPr lang="en-US" dirty="0"/>
            </a:br>
            <a:r>
              <a:rPr lang="en-US" sz="2800" dirty="0"/>
              <a:t>DESN</a:t>
            </a:r>
            <a:r>
              <a:rPr lang="en-US" altLang="zh-CN" sz="2800" dirty="0"/>
              <a:t>2000</a:t>
            </a:r>
            <a:r>
              <a:rPr lang="en-US" sz="2800" dirty="0"/>
              <a:t> Presentation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4E8D04-D86A-4D20-C1FF-28F6DD64C7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02238"/>
            <a:ext cx="9144000" cy="1655762"/>
          </a:xfrm>
        </p:spPr>
        <p:txBody>
          <a:bodyPr>
            <a:normAutofit/>
          </a:bodyPr>
          <a:lstStyle/>
          <a:p>
            <a:r>
              <a:rPr lang="en-US" sz="1600" dirty="0"/>
              <a:t>Nuodi Liu(z5403196), Qian Cao(z5569891)</a:t>
            </a:r>
          </a:p>
          <a:p>
            <a:r>
              <a:rPr lang="en-AU" sz="1600" dirty="0"/>
              <a:t>Chien-Kai Wang(z5505220), Pranav Shanker(z5589687)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297291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97738-222C-DD3D-7168-3B7B9B1E55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/>
              <a:t>What’s The Problem?</a:t>
            </a:r>
          </a:p>
          <a:p>
            <a:r>
              <a:rPr lang="en-US" sz="2200"/>
              <a:t>Our Solution</a:t>
            </a:r>
          </a:p>
          <a:p>
            <a:r>
              <a:rPr lang="en-US" sz="2200"/>
              <a:t>A Comparison with Existing Solution</a:t>
            </a:r>
          </a:p>
          <a:p>
            <a:r>
              <a:rPr lang="en-US" sz="2200"/>
              <a:t>Our Prototype</a:t>
            </a:r>
          </a:p>
          <a:p>
            <a:r>
              <a:rPr lang="en-US" sz="2200"/>
              <a:t>Technical Design and Testing</a:t>
            </a:r>
          </a:p>
        </p:txBody>
      </p:sp>
    </p:spTree>
    <p:extLst>
      <p:ext uri="{BB962C8B-B14F-4D97-AF65-F5344CB8AC3E}">
        <p14:creationId xmlns:p14="http://schemas.microsoft.com/office/powerpoint/2010/main" val="403430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418D51E1-F867-6BA1-D17B-47038446056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8444" b="-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3D4342-C3E4-F428-2100-87EBAAB0F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What’s The Problem?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E315E50B-F6D6-1B1F-1D15-56117607F9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203763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969101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52C132-1B30-29F9-BEE8-283A4E77D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Trust and Safety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CA347B-24D6-EFD5-2550-93D1984CB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lvl="0"/>
            <a:r>
              <a:rPr lang="en-AU" sz="2200"/>
              <a:t>Rental scams and exploitation affecting international students</a:t>
            </a:r>
          </a:p>
          <a:p>
            <a:pPr lvl="0"/>
            <a:r>
              <a:rPr lang="en-AU" sz="2200"/>
              <a:t>Unfamiliarity with the Australian rental market</a:t>
            </a:r>
          </a:p>
          <a:p>
            <a:pPr lvl="0"/>
            <a:r>
              <a:rPr lang="en-AU" sz="2200"/>
              <a:t>Difficulty verifying listings and landlords</a:t>
            </a:r>
          </a:p>
          <a:p>
            <a:endParaRPr lang="en-US" sz="22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DE50F1-EEF6-809A-8121-3A0A2B022F67}"/>
              </a:ext>
            </a:extLst>
          </p:cNvPr>
          <p:cNvSpPr txBox="1"/>
          <p:nvPr/>
        </p:nvSpPr>
        <p:spPr>
          <a:xfrm>
            <a:off x="8675298" y="6230401"/>
            <a:ext cx="35136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UNSW Human Rights Clinic, 2019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8263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11764E-7630-47C6-1477-87845D4C0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House </a:t>
            </a:r>
            <a:r>
              <a:rPr lang="en-AU" sz="5400"/>
              <a:t>compatibility</a:t>
            </a:r>
            <a:endParaRPr lang="en-US" sz="540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9889E-6FB4-0D54-1F93-0F6C8902AC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lvl="0"/>
            <a:r>
              <a:rPr lang="en-AU" sz="2200" dirty="0"/>
              <a:t>The importance of choosing suitable housemates</a:t>
            </a:r>
          </a:p>
          <a:p>
            <a:pPr lvl="0"/>
            <a:r>
              <a:rPr lang="en-AU" sz="2200" dirty="0"/>
              <a:t>Cleanliness, privacy, routines and shared responsibilities</a:t>
            </a:r>
          </a:p>
          <a:p>
            <a:pPr lvl="0"/>
            <a:r>
              <a:rPr lang="en-AU" sz="2200" dirty="0"/>
              <a:t>How incompatibility can lead to conflict</a:t>
            </a:r>
          </a:p>
          <a:p>
            <a:endParaRPr lang="en-AU" sz="2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5C334-EDF5-05F6-68DE-C6080C801A38}"/>
              </a:ext>
            </a:extLst>
          </p:cNvPr>
          <p:cNvSpPr txBox="1"/>
          <p:nvPr/>
        </p:nvSpPr>
        <p:spPr>
          <a:xfrm>
            <a:off x="10330593" y="6230401"/>
            <a:ext cx="1861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Clark et al.,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35932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D78A1F-D7E0-FE08-BB3F-C15ABAA02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AU" sz="5400"/>
              <a:t>Shared-living management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A3AEB-4944-1DD5-343D-5AA322767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lvl="0"/>
            <a:r>
              <a:rPr lang="en-AU" sz="2200"/>
              <a:t>Risks and responsibilities in shared housing</a:t>
            </a:r>
          </a:p>
          <a:p>
            <a:pPr lvl="0"/>
            <a:r>
              <a:rPr lang="en-AU" sz="2200"/>
              <a:t>Informal household agreements</a:t>
            </a:r>
          </a:p>
          <a:p>
            <a:pPr lvl="0"/>
            <a:r>
              <a:rPr lang="en-AU" sz="2200"/>
              <a:t>Conflicts involving rent, bills and household responsibilities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7851B3-1676-2380-450C-8DE59FDAA347}"/>
              </a:ext>
            </a:extLst>
          </p:cNvPr>
          <p:cNvSpPr txBox="1"/>
          <p:nvPr/>
        </p:nvSpPr>
        <p:spPr>
          <a:xfrm>
            <a:off x="9795476" y="6306489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Goodall &amp; Stone, 2024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912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CC988-E321-4F60-EC89-C5E2AD967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Our solution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778DF-C7F5-6DF7-F2A9-65D98C22D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Target User</a:t>
            </a:r>
          </a:p>
        </p:txBody>
      </p:sp>
    </p:spTree>
    <p:extLst>
      <p:ext uri="{BB962C8B-B14F-4D97-AF65-F5344CB8AC3E}">
        <p14:creationId xmlns:p14="http://schemas.microsoft.com/office/powerpoint/2010/main" val="39295329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A3084-5B3F-08EC-9615-DB1A755F3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Existing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78E10-FBAE-10B0-18D0-1E5EEB66F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36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DDCC2-E3F3-103A-C4A5-31583594A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DF6B5-A7FE-3025-3E71-E17409437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23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EE011-1FC3-9AC7-000B-B64A6B2E5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E6D27-CF5B-649A-BE47-3CC580D65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AU" sz="1600" dirty="0"/>
              <a:t>Clark, V., Tuffin, K., Frewin, K., &amp; Bowker, N. (2018). Housemate desirability and understanding the social dynamics of shared living. </a:t>
            </a:r>
            <a:r>
              <a:rPr lang="en-AU" sz="1600" i="1" dirty="0"/>
              <a:t>Qualitative Psychology, 5</a:t>
            </a:r>
            <a:r>
              <a:rPr lang="en-AU" sz="1600" dirty="0"/>
              <a:t>(1), 26–40.</a:t>
            </a:r>
          </a:p>
          <a:p>
            <a:pPr lvl="0"/>
            <a:r>
              <a:rPr lang="en-AU" sz="1600" dirty="0"/>
              <a:t>Goodall, Z., &amp; Stone, W. (2024). Sharing risk in shared housing: Rental regulations and housing justice in Australia. </a:t>
            </a:r>
            <a:r>
              <a:rPr lang="en-AU" sz="1600" i="1" dirty="0"/>
              <a:t>International Journal of Housing Policy</a:t>
            </a:r>
            <a:r>
              <a:rPr lang="en-AU" sz="1600" dirty="0"/>
              <a:t>.</a:t>
            </a:r>
          </a:p>
          <a:p>
            <a:pPr lvl="0"/>
            <a:r>
              <a:rPr lang="en-AU" sz="1600" dirty="0"/>
              <a:t>UNSW Human Rights Clinic. (2019). </a:t>
            </a:r>
            <a:r>
              <a:rPr lang="en-AU" sz="1600" i="1" dirty="0"/>
              <a:t>No Place Like Home: Addressing Exploitation of International Students in Sydney’s Housing Market</a:t>
            </a:r>
            <a:r>
              <a:rPr lang="en-AU" sz="1600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581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307</Words>
  <Application>Microsoft Macintosh PowerPoint</Application>
  <PresentationFormat>Widescreen</PresentationFormat>
  <Paragraphs>55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Roommate Haven DESN2000 Presentation</vt:lpstr>
      <vt:lpstr>PowerPoint Presentation</vt:lpstr>
      <vt:lpstr>What’s The Problem?</vt:lpstr>
      <vt:lpstr>Trust and Safety</vt:lpstr>
      <vt:lpstr>House compatibility</vt:lpstr>
      <vt:lpstr>Shared-living management</vt:lpstr>
      <vt:lpstr>Our solution</vt:lpstr>
      <vt:lpstr>Existing Solution</vt:lpstr>
      <vt:lpstr>….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Nuodi Liu</dc:creator>
  <cp:lastModifiedBy>Nuodi Liu</cp:lastModifiedBy>
  <cp:revision>1</cp:revision>
  <dcterms:created xsi:type="dcterms:W3CDTF">2026-07-31T22:43:47Z</dcterms:created>
  <dcterms:modified xsi:type="dcterms:W3CDTF">2026-07-31T23:31:30Z</dcterms:modified>
</cp:coreProperties>
</file>