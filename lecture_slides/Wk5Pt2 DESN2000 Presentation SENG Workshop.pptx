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15"/>
  </p:notesMasterIdLst>
  <p:sldIdLst>
    <p:sldId id="256" r:id="rId5"/>
    <p:sldId id="257" r:id="rId6"/>
    <p:sldId id="258" r:id="rId7"/>
    <p:sldId id="260" r:id="rId8"/>
    <p:sldId id="272" r:id="rId9"/>
    <p:sldId id="274" r:id="rId10"/>
    <p:sldId id="265" r:id="rId11"/>
    <p:sldId id="273" r:id="rId12"/>
    <p:sldId id="259" r:id="rId13"/>
    <p:sldId id="266" r:id="rId14"/>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FFFFFF"/>
        </a:solidFill>
        <a:effectLst/>
        <a:uFillTx/>
        <a:latin typeface="Roboto"/>
        <a:ea typeface="Roboto"/>
        <a:cs typeface="Roboto"/>
        <a:sym typeface="Roboto"/>
      </a:defRPr>
    </a:lvl1pPr>
    <a:lvl2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FFFFFF"/>
        </a:solidFill>
        <a:effectLst/>
        <a:uFillTx/>
        <a:latin typeface="Roboto"/>
        <a:ea typeface="Roboto"/>
        <a:cs typeface="Roboto"/>
        <a:sym typeface="Roboto"/>
      </a:defRPr>
    </a:lvl2pPr>
    <a:lvl3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FFFFFF"/>
        </a:solidFill>
        <a:effectLst/>
        <a:uFillTx/>
        <a:latin typeface="Roboto"/>
        <a:ea typeface="Roboto"/>
        <a:cs typeface="Roboto"/>
        <a:sym typeface="Roboto"/>
      </a:defRPr>
    </a:lvl3pPr>
    <a:lvl4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FFFFFF"/>
        </a:solidFill>
        <a:effectLst/>
        <a:uFillTx/>
        <a:latin typeface="Roboto"/>
        <a:ea typeface="Roboto"/>
        <a:cs typeface="Roboto"/>
        <a:sym typeface="Roboto"/>
      </a:defRPr>
    </a:lvl4pPr>
    <a:lvl5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FFFFFF"/>
        </a:solidFill>
        <a:effectLst/>
        <a:uFillTx/>
        <a:latin typeface="Roboto"/>
        <a:ea typeface="Roboto"/>
        <a:cs typeface="Roboto"/>
        <a:sym typeface="Roboto"/>
      </a:defRPr>
    </a:lvl5pPr>
    <a:lvl6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FFFFFF"/>
        </a:solidFill>
        <a:effectLst/>
        <a:uFillTx/>
        <a:latin typeface="Roboto"/>
        <a:ea typeface="Roboto"/>
        <a:cs typeface="Roboto"/>
        <a:sym typeface="Roboto"/>
      </a:defRPr>
    </a:lvl6pPr>
    <a:lvl7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FFFFFF"/>
        </a:solidFill>
        <a:effectLst/>
        <a:uFillTx/>
        <a:latin typeface="Roboto"/>
        <a:ea typeface="Roboto"/>
        <a:cs typeface="Roboto"/>
        <a:sym typeface="Roboto"/>
      </a:defRPr>
    </a:lvl7pPr>
    <a:lvl8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FFFFFF"/>
        </a:solidFill>
        <a:effectLst/>
        <a:uFillTx/>
        <a:latin typeface="Roboto"/>
        <a:ea typeface="Roboto"/>
        <a:cs typeface="Roboto"/>
        <a:sym typeface="Roboto"/>
      </a:defRPr>
    </a:lvl8pPr>
    <a:lvl9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FFFFFF"/>
        </a:solidFill>
        <a:effectLst/>
        <a:uFillTx/>
        <a:latin typeface="Roboto"/>
        <a:ea typeface="Roboto"/>
        <a:cs typeface="Roboto"/>
        <a:sym typeface="Roboto"/>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420CE9-56BD-154E-8AA4-4AC9B5A3772F}" v="2" dt="2022-06-20T11:40:04.678"/>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
          <a:latin typeface="Helvetica Neue"/>
          <a:ea typeface="Helvetica Neue"/>
          <a:cs typeface="Helvetica Neue"/>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
          <a:latin typeface="Helvetica Neue"/>
          <a:ea typeface="Helvetica Neue"/>
          <a:cs typeface="Helvetica Neue"/>
        </a:font>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
          <a:latin typeface="Helvetica Neue"/>
          <a:ea typeface="Helvetica Neue"/>
          <a:cs typeface="Helvetica Neue"/>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
          <a:latin typeface="Helvetica Neue"/>
          <a:ea typeface="Helvetica Neue"/>
          <a:cs typeface="Helvetica Neue"/>
        </a:font>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
          <a:latin typeface="Helvetica Neue"/>
          <a:ea typeface="Helvetica Neue"/>
          <a:cs typeface="Helvetica Neue"/>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
          <a:latin typeface="Helvetica Neue"/>
          <a:ea typeface="Helvetica Neue"/>
          <a:cs typeface="Helvetica Neue"/>
        </a:font>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
          <a:latin typeface="Helvetica Neue"/>
          <a:ea typeface="Helvetica Neue"/>
          <a:cs typeface="Helvetica Neue"/>
        </a:font>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743"/>
    <p:restoredTop sz="62585"/>
  </p:normalViewPr>
  <p:slideViewPr>
    <p:cSldViewPr snapToGrid="0" snapToObjects="1">
      <p:cViewPr varScale="1">
        <p:scale>
          <a:sx n="20" d="100"/>
          <a:sy n="20" d="100"/>
        </p:scale>
        <p:origin x="1604"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sha Vassar" userId="27bb7cd0-3f82-48f4-8afd-db89fdffd713" providerId="ADAL" clId="{1D420CE9-56BD-154E-8AA4-4AC9B5A3772F}"/>
    <pc:docChg chg="custSel delSld modSld">
      <pc:chgData name="Sasha Vassar" userId="27bb7cd0-3f82-48f4-8afd-db89fdffd713" providerId="ADAL" clId="{1D420CE9-56BD-154E-8AA4-4AC9B5A3772F}" dt="2022-06-20T11:46:58.184" v="1859" actId="14100"/>
      <pc:docMkLst>
        <pc:docMk/>
      </pc:docMkLst>
      <pc:sldChg chg="modSp mod">
        <pc:chgData name="Sasha Vassar" userId="27bb7cd0-3f82-48f4-8afd-db89fdffd713" providerId="ADAL" clId="{1D420CE9-56BD-154E-8AA4-4AC9B5A3772F}" dt="2022-06-20T11:25:01.447" v="132" actId="20577"/>
        <pc:sldMkLst>
          <pc:docMk/>
          <pc:sldMk cId="0" sldId="257"/>
        </pc:sldMkLst>
        <pc:spChg chg="mod">
          <ac:chgData name="Sasha Vassar" userId="27bb7cd0-3f82-48f4-8afd-db89fdffd713" providerId="ADAL" clId="{1D420CE9-56BD-154E-8AA4-4AC9B5A3772F}" dt="2022-06-20T11:25:01.447" v="132" actId="20577"/>
          <ac:spMkLst>
            <pc:docMk/>
            <pc:sldMk cId="0" sldId="257"/>
            <ac:spMk id="160" creationId="{00000000-0000-0000-0000-000000000000}"/>
          </ac:spMkLst>
        </pc:spChg>
      </pc:sldChg>
      <pc:sldChg chg="modSp mod">
        <pc:chgData name="Sasha Vassar" userId="27bb7cd0-3f82-48f4-8afd-db89fdffd713" providerId="ADAL" clId="{1D420CE9-56BD-154E-8AA4-4AC9B5A3772F}" dt="2022-06-20T11:25:58.454" v="322" actId="20577"/>
        <pc:sldMkLst>
          <pc:docMk/>
          <pc:sldMk cId="0" sldId="258"/>
        </pc:sldMkLst>
        <pc:spChg chg="mod">
          <ac:chgData name="Sasha Vassar" userId="27bb7cd0-3f82-48f4-8afd-db89fdffd713" providerId="ADAL" clId="{1D420CE9-56BD-154E-8AA4-4AC9B5A3772F}" dt="2022-06-20T11:25:58.454" v="322" actId="20577"/>
          <ac:spMkLst>
            <pc:docMk/>
            <pc:sldMk cId="0" sldId="258"/>
            <ac:spMk id="7" creationId="{15CF7C65-8F4F-C2D4-DA67-08E5574B5002}"/>
          </ac:spMkLst>
        </pc:spChg>
      </pc:sldChg>
      <pc:sldChg chg="addSp delSp modSp mod">
        <pc:chgData name="Sasha Vassar" userId="27bb7cd0-3f82-48f4-8afd-db89fdffd713" providerId="ADAL" clId="{1D420CE9-56BD-154E-8AA4-4AC9B5A3772F}" dt="2022-06-20T11:46:58.184" v="1859" actId="14100"/>
        <pc:sldMkLst>
          <pc:docMk/>
          <pc:sldMk cId="0" sldId="259"/>
        </pc:sldMkLst>
        <pc:spChg chg="add mod">
          <ac:chgData name="Sasha Vassar" userId="27bb7cd0-3f82-48f4-8afd-db89fdffd713" providerId="ADAL" clId="{1D420CE9-56BD-154E-8AA4-4AC9B5A3772F}" dt="2022-06-20T11:41:10.095" v="1430" actId="478"/>
          <ac:spMkLst>
            <pc:docMk/>
            <pc:sldMk cId="0" sldId="259"/>
            <ac:spMk id="4" creationId="{2203399C-256E-703F-B87D-B07943FCF40F}"/>
          </ac:spMkLst>
        </pc:spChg>
        <pc:spChg chg="mod">
          <ac:chgData name="Sasha Vassar" userId="27bb7cd0-3f82-48f4-8afd-db89fdffd713" providerId="ADAL" clId="{1D420CE9-56BD-154E-8AA4-4AC9B5A3772F}" dt="2022-06-20T11:41:05.847" v="1429" actId="20577"/>
          <ac:spMkLst>
            <pc:docMk/>
            <pc:sldMk cId="0" sldId="259"/>
            <ac:spMk id="169" creationId="{00000000-0000-0000-0000-000000000000}"/>
          </ac:spMkLst>
        </pc:spChg>
        <pc:spChg chg="del">
          <ac:chgData name="Sasha Vassar" userId="27bb7cd0-3f82-48f4-8afd-db89fdffd713" providerId="ADAL" clId="{1D420CE9-56BD-154E-8AA4-4AC9B5A3772F}" dt="2022-06-20T11:41:10.095" v="1430" actId="478"/>
          <ac:spMkLst>
            <pc:docMk/>
            <pc:sldMk cId="0" sldId="259"/>
            <ac:spMk id="170" creationId="{00000000-0000-0000-0000-000000000000}"/>
          </ac:spMkLst>
        </pc:spChg>
        <pc:spChg chg="mod">
          <ac:chgData name="Sasha Vassar" userId="27bb7cd0-3f82-48f4-8afd-db89fdffd713" providerId="ADAL" clId="{1D420CE9-56BD-154E-8AA4-4AC9B5A3772F}" dt="2022-06-20T11:46:58.184" v="1859" actId="14100"/>
          <ac:spMkLst>
            <pc:docMk/>
            <pc:sldMk cId="0" sldId="259"/>
            <ac:spMk id="171" creationId="{00000000-0000-0000-0000-000000000000}"/>
          </ac:spMkLst>
        </pc:spChg>
        <pc:picChg chg="del">
          <ac:chgData name="Sasha Vassar" userId="27bb7cd0-3f82-48f4-8afd-db89fdffd713" providerId="ADAL" clId="{1D420CE9-56BD-154E-8AA4-4AC9B5A3772F}" dt="2022-06-20T11:41:45.885" v="1609" actId="478"/>
          <ac:picMkLst>
            <pc:docMk/>
            <pc:sldMk cId="0" sldId="259"/>
            <ac:picMk id="3" creationId="{B98045C2-2139-D5BB-9922-E34BA601E505}"/>
          </ac:picMkLst>
        </pc:picChg>
      </pc:sldChg>
      <pc:sldChg chg="modSp mod">
        <pc:chgData name="Sasha Vassar" userId="27bb7cd0-3f82-48f4-8afd-db89fdffd713" providerId="ADAL" clId="{1D420CE9-56BD-154E-8AA4-4AC9B5A3772F}" dt="2022-06-20T11:31:38.876" v="1315" actId="20577"/>
        <pc:sldMkLst>
          <pc:docMk/>
          <pc:sldMk cId="0" sldId="260"/>
        </pc:sldMkLst>
        <pc:spChg chg="mod">
          <ac:chgData name="Sasha Vassar" userId="27bb7cd0-3f82-48f4-8afd-db89fdffd713" providerId="ADAL" clId="{1D420CE9-56BD-154E-8AA4-4AC9B5A3772F}" dt="2022-06-20T11:26:24.370" v="344" actId="20577"/>
          <ac:spMkLst>
            <pc:docMk/>
            <pc:sldMk cId="0" sldId="260"/>
            <ac:spMk id="175" creationId="{00000000-0000-0000-0000-000000000000}"/>
          </ac:spMkLst>
        </pc:spChg>
        <pc:spChg chg="mod">
          <ac:chgData name="Sasha Vassar" userId="27bb7cd0-3f82-48f4-8afd-db89fdffd713" providerId="ADAL" clId="{1D420CE9-56BD-154E-8AA4-4AC9B5A3772F}" dt="2022-06-20T11:31:38.876" v="1315" actId="20577"/>
          <ac:spMkLst>
            <pc:docMk/>
            <pc:sldMk cId="0" sldId="260"/>
            <ac:spMk id="177" creationId="{00000000-0000-0000-0000-000000000000}"/>
          </ac:spMkLst>
        </pc:spChg>
        <pc:graphicFrameChg chg="modGraphic">
          <ac:chgData name="Sasha Vassar" userId="27bb7cd0-3f82-48f4-8afd-db89fdffd713" providerId="ADAL" clId="{1D420CE9-56BD-154E-8AA4-4AC9B5A3772F}" dt="2022-06-20T11:26:12.280" v="333" actId="20577"/>
          <ac:graphicFrameMkLst>
            <pc:docMk/>
            <pc:sldMk cId="0" sldId="260"/>
            <ac:graphicFrameMk id="6" creationId="{037BEBB0-3840-02A5-7F10-2C2DE13650C7}"/>
          </ac:graphicFrameMkLst>
        </pc:graphicFrameChg>
      </pc:sldChg>
      <pc:sldChg chg="modSp mod">
        <pc:chgData name="Sasha Vassar" userId="27bb7cd0-3f82-48f4-8afd-db89fdffd713" providerId="ADAL" clId="{1D420CE9-56BD-154E-8AA4-4AC9B5A3772F}" dt="2022-06-20T11:39:44.416" v="1410" actId="20577"/>
        <pc:sldMkLst>
          <pc:docMk/>
          <pc:sldMk cId="0" sldId="265"/>
        </pc:sldMkLst>
        <pc:spChg chg="mod">
          <ac:chgData name="Sasha Vassar" userId="27bb7cd0-3f82-48f4-8afd-db89fdffd713" providerId="ADAL" clId="{1D420CE9-56BD-154E-8AA4-4AC9B5A3772F}" dt="2022-06-20T11:39:36.752" v="1397" actId="20577"/>
          <ac:spMkLst>
            <pc:docMk/>
            <pc:sldMk cId="0" sldId="265"/>
            <ac:spMk id="6" creationId="{DAAF30AB-971D-E561-401C-14B0024B8E24}"/>
          </ac:spMkLst>
        </pc:spChg>
        <pc:graphicFrameChg chg="modGraphic">
          <ac:chgData name="Sasha Vassar" userId="27bb7cd0-3f82-48f4-8afd-db89fdffd713" providerId="ADAL" clId="{1D420CE9-56BD-154E-8AA4-4AC9B5A3772F}" dt="2022-06-20T11:39:44.416" v="1410" actId="20577"/>
          <ac:graphicFrameMkLst>
            <pc:docMk/>
            <pc:sldMk cId="0" sldId="265"/>
            <ac:graphicFrameMk id="7" creationId="{504A633C-7B4C-F943-4152-CC4810D8A114}"/>
          </ac:graphicFrameMkLst>
        </pc:graphicFrameChg>
      </pc:sldChg>
      <pc:sldChg chg="modSp mod">
        <pc:chgData name="Sasha Vassar" userId="27bb7cd0-3f82-48f4-8afd-db89fdffd713" providerId="ADAL" clId="{1D420CE9-56BD-154E-8AA4-4AC9B5A3772F}" dt="2022-06-20T11:42:45.247" v="1858" actId="20577"/>
        <pc:sldMkLst>
          <pc:docMk/>
          <pc:sldMk cId="0" sldId="266"/>
        </pc:sldMkLst>
        <pc:spChg chg="mod">
          <ac:chgData name="Sasha Vassar" userId="27bb7cd0-3f82-48f4-8afd-db89fdffd713" providerId="ADAL" clId="{1D420CE9-56BD-154E-8AA4-4AC9B5A3772F}" dt="2022-06-20T11:42:45.247" v="1858" actId="20577"/>
          <ac:spMkLst>
            <pc:docMk/>
            <pc:sldMk cId="0" sldId="266"/>
            <ac:spMk id="208" creationId="{00000000-0000-0000-0000-000000000000}"/>
          </ac:spMkLst>
        </pc:spChg>
        <pc:graphicFrameChg chg="modGraphic">
          <ac:chgData name="Sasha Vassar" userId="27bb7cd0-3f82-48f4-8afd-db89fdffd713" providerId="ADAL" clId="{1D420CE9-56BD-154E-8AA4-4AC9B5A3772F}" dt="2022-06-20T11:42:13.562" v="1659" actId="20577"/>
          <ac:graphicFrameMkLst>
            <pc:docMk/>
            <pc:sldMk cId="0" sldId="266"/>
            <ac:graphicFrameMk id="7" creationId="{09377E2C-3D2B-543C-7EB5-BACE3ABDFB69}"/>
          </ac:graphicFrameMkLst>
        </pc:graphicFrameChg>
      </pc:sldChg>
      <pc:sldChg chg="modSp mod modNotesTx">
        <pc:chgData name="Sasha Vassar" userId="27bb7cd0-3f82-48f4-8afd-db89fdffd713" providerId="ADAL" clId="{1D420CE9-56BD-154E-8AA4-4AC9B5A3772F}" dt="2022-06-20T11:28:53.939" v="740" actId="20577"/>
        <pc:sldMkLst>
          <pc:docMk/>
          <pc:sldMk cId="3232466342" sldId="272"/>
        </pc:sldMkLst>
        <pc:spChg chg="mod">
          <ac:chgData name="Sasha Vassar" userId="27bb7cd0-3f82-48f4-8afd-db89fdffd713" providerId="ADAL" clId="{1D420CE9-56BD-154E-8AA4-4AC9B5A3772F}" dt="2022-06-20T11:28:53.939" v="740" actId="20577"/>
          <ac:spMkLst>
            <pc:docMk/>
            <pc:sldMk cId="3232466342" sldId="272"/>
            <ac:spMk id="175" creationId="{00000000-0000-0000-0000-000000000000}"/>
          </ac:spMkLst>
        </pc:spChg>
        <pc:spChg chg="mod">
          <ac:chgData name="Sasha Vassar" userId="27bb7cd0-3f82-48f4-8afd-db89fdffd713" providerId="ADAL" clId="{1D420CE9-56BD-154E-8AA4-4AC9B5A3772F}" dt="2022-06-20T11:28:46.172" v="729"/>
          <ac:spMkLst>
            <pc:docMk/>
            <pc:sldMk cId="3232466342" sldId="272"/>
            <ac:spMk id="177" creationId="{00000000-0000-0000-0000-000000000000}"/>
          </ac:spMkLst>
        </pc:spChg>
      </pc:sldChg>
      <pc:sldChg chg="modSp mod">
        <pc:chgData name="Sasha Vassar" userId="27bb7cd0-3f82-48f4-8afd-db89fdffd713" providerId="ADAL" clId="{1D420CE9-56BD-154E-8AA4-4AC9B5A3772F}" dt="2022-06-20T11:40:49.539" v="1420" actId="14100"/>
        <pc:sldMkLst>
          <pc:docMk/>
          <pc:sldMk cId="2938361211" sldId="273"/>
        </pc:sldMkLst>
        <pc:spChg chg="mod">
          <ac:chgData name="Sasha Vassar" userId="27bb7cd0-3f82-48f4-8afd-db89fdffd713" providerId="ADAL" clId="{1D420CE9-56BD-154E-8AA4-4AC9B5A3772F}" dt="2022-06-20T11:40:49.539" v="1420" actId="14100"/>
          <ac:spMkLst>
            <pc:docMk/>
            <pc:sldMk cId="2938361211" sldId="273"/>
            <ac:spMk id="2" creationId="{38708088-DC95-A882-920C-F91548D805D1}"/>
          </ac:spMkLst>
        </pc:spChg>
        <pc:spChg chg="mod">
          <ac:chgData name="Sasha Vassar" userId="27bb7cd0-3f82-48f4-8afd-db89fdffd713" providerId="ADAL" clId="{1D420CE9-56BD-154E-8AA4-4AC9B5A3772F}" dt="2022-06-20T11:40:31.066" v="1415" actId="14100"/>
          <ac:spMkLst>
            <pc:docMk/>
            <pc:sldMk cId="2938361211" sldId="273"/>
            <ac:spMk id="38" creationId="{603001DF-D1F4-3930-5604-45ED779643C7}"/>
          </ac:spMkLst>
        </pc:spChg>
        <pc:spChg chg="mod">
          <ac:chgData name="Sasha Vassar" userId="27bb7cd0-3f82-48f4-8afd-db89fdffd713" providerId="ADAL" clId="{1D420CE9-56BD-154E-8AA4-4AC9B5A3772F}" dt="2022-06-20T11:40:43.213" v="1419" actId="1037"/>
          <ac:spMkLst>
            <pc:docMk/>
            <pc:sldMk cId="2938361211" sldId="273"/>
            <ac:spMk id="48" creationId="{776DB6CE-5376-2FE4-23F0-3A9D082C13FA}"/>
          </ac:spMkLst>
        </pc:spChg>
        <pc:graphicFrameChg chg="mod">
          <ac:chgData name="Sasha Vassar" userId="27bb7cd0-3f82-48f4-8afd-db89fdffd713" providerId="ADAL" clId="{1D420CE9-56BD-154E-8AA4-4AC9B5A3772F}" dt="2022-06-20T11:40:04.678" v="1411"/>
          <ac:graphicFrameMkLst>
            <pc:docMk/>
            <pc:sldMk cId="2938361211" sldId="273"/>
            <ac:graphicFrameMk id="5" creationId="{B003A88D-7472-E5FF-F7EF-F80AB4B368E2}"/>
          </ac:graphicFrameMkLst>
        </pc:graphicFrameChg>
        <pc:cxnChg chg="mod">
          <ac:chgData name="Sasha Vassar" userId="27bb7cd0-3f82-48f4-8afd-db89fdffd713" providerId="ADAL" clId="{1D420CE9-56BD-154E-8AA4-4AC9B5A3772F}" dt="2022-06-20T11:40:43.213" v="1419" actId="1037"/>
          <ac:cxnSpMkLst>
            <pc:docMk/>
            <pc:sldMk cId="2938361211" sldId="273"/>
            <ac:cxnSpMk id="16" creationId="{D3316F8D-7ADB-8EDC-92D9-BDA87400E8EE}"/>
          </ac:cxnSpMkLst>
        </pc:cxnChg>
      </pc:sldChg>
      <pc:sldChg chg="del">
        <pc:chgData name="Sasha Vassar" userId="27bb7cd0-3f82-48f4-8afd-db89fdffd713" providerId="ADAL" clId="{1D420CE9-56BD-154E-8AA4-4AC9B5A3772F}" dt="2022-06-20T11:31:54.675" v="1316" actId="2696"/>
        <pc:sldMkLst>
          <pc:docMk/>
          <pc:sldMk cId="3760382026" sldId="274"/>
        </pc:sldMkLst>
      </pc:sldChg>
    </pc:docChg>
  </pc:docChgLst>
  <pc:docChgLst>
    <pc:chgData name="Sasha Vassar" userId="27bb7cd0-3f82-48f4-8afd-db89fdffd713" providerId="ADAL" clId="{E4D00EA1-38AC-BE4C-971F-6CDF1CDA9A0F}"/>
    <pc:docChg chg="modSld">
      <pc:chgData name="Sasha Vassar" userId="27bb7cd0-3f82-48f4-8afd-db89fdffd713" providerId="ADAL" clId="{E4D00EA1-38AC-BE4C-971F-6CDF1CDA9A0F}" dt="2022-05-25T02:24:54.506" v="44" actId="20577"/>
      <pc:docMkLst>
        <pc:docMk/>
      </pc:docMkLst>
      <pc:sldChg chg="modSp mod">
        <pc:chgData name="Sasha Vassar" userId="27bb7cd0-3f82-48f4-8afd-db89fdffd713" providerId="ADAL" clId="{E4D00EA1-38AC-BE4C-971F-6CDF1CDA9A0F}" dt="2022-05-25T02:24:35.775" v="11" actId="20577"/>
        <pc:sldMkLst>
          <pc:docMk/>
          <pc:sldMk cId="0" sldId="256"/>
        </pc:sldMkLst>
        <pc:spChg chg="mod">
          <ac:chgData name="Sasha Vassar" userId="27bb7cd0-3f82-48f4-8afd-db89fdffd713" providerId="ADAL" clId="{E4D00EA1-38AC-BE4C-971F-6CDF1CDA9A0F}" dt="2022-05-25T02:24:35.775" v="11" actId="20577"/>
          <ac:spMkLst>
            <pc:docMk/>
            <pc:sldMk cId="0" sldId="256"/>
            <ac:spMk id="155" creationId="{00000000-0000-0000-0000-000000000000}"/>
          </ac:spMkLst>
        </pc:spChg>
      </pc:sldChg>
      <pc:sldChg chg="modSp mod">
        <pc:chgData name="Sasha Vassar" userId="27bb7cd0-3f82-48f4-8afd-db89fdffd713" providerId="ADAL" clId="{E4D00EA1-38AC-BE4C-971F-6CDF1CDA9A0F}" dt="2022-05-25T02:24:54.506" v="44" actId="20577"/>
        <pc:sldMkLst>
          <pc:docMk/>
          <pc:sldMk cId="0" sldId="257"/>
        </pc:sldMkLst>
        <pc:spChg chg="mod">
          <ac:chgData name="Sasha Vassar" userId="27bb7cd0-3f82-48f4-8afd-db89fdffd713" providerId="ADAL" clId="{E4D00EA1-38AC-BE4C-971F-6CDF1CDA9A0F}" dt="2022-05-25T02:24:43.089" v="22" actId="20577"/>
          <ac:spMkLst>
            <pc:docMk/>
            <pc:sldMk cId="0" sldId="257"/>
            <ac:spMk id="158" creationId="{00000000-0000-0000-0000-000000000000}"/>
          </ac:spMkLst>
        </pc:spChg>
        <pc:spChg chg="mod">
          <ac:chgData name="Sasha Vassar" userId="27bb7cd0-3f82-48f4-8afd-db89fdffd713" providerId="ADAL" clId="{E4D00EA1-38AC-BE4C-971F-6CDF1CDA9A0F}" dt="2022-05-25T02:24:48.503" v="33" actId="20577"/>
          <ac:spMkLst>
            <pc:docMk/>
            <pc:sldMk cId="0" sldId="257"/>
            <ac:spMk id="160" creationId="{00000000-0000-0000-0000-000000000000}"/>
          </ac:spMkLst>
        </pc:spChg>
        <pc:graphicFrameChg chg="modGraphic">
          <ac:chgData name="Sasha Vassar" userId="27bb7cd0-3f82-48f4-8afd-db89fdffd713" providerId="ADAL" clId="{E4D00EA1-38AC-BE4C-971F-6CDF1CDA9A0F}" dt="2022-05-25T02:24:54.506" v="44" actId="20577"/>
          <ac:graphicFrameMkLst>
            <pc:docMk/>
            <pc:sldMk cId="0" sldId="257"/>
            <ac:graphicFrameMk id="161" creationId="{00000000-0000-0000-0000-000000000000}"/>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25C3B13-0FD7-F448-95C4-EB2F0EB79E91}" type="doc">
      <dgm:prSet loTypeId="urn:microsoft.com/office/officeart/2005/8/layout/chevron1" loCatId="" qsTypeId="urn:microsoft.com/office/officeart/2005/8/quickstyle/simple4" qsCatId="simple" csTypeId="urn:microsoft.com/office/officeart/2005/8/colors/accent1_5" csCatId="accent1" phldr="1"/>
      <dgm:spPr/>
      <dgm:t>
        <a:bodyPr/>
        <a:lstStyle/>
        <a:p>
          <a:endParaRPr lang="en-GB"/>
        </a:p>
      </dgm:t>
    </dgm:pt>
    <dgm:pt modelId="{70858591-7BE8-B048-A85C-67AD25A6FDA0}">
      <dgm:prSet phldrT="[Text]"/>
      <dgm:spPr/>
      <dgm:t>
        <a:bodyPr/>
        <a:lstStyle/>
        <a:p>
          <a:r>
            <a:rPr lang="en-GB" dirty="0"/>
            <a:t>Week 1</a:t>
          </a:r>
        </a:p>
      </dgm:t>
    </dgm:pt>
    <dgm:pt modelId="{B7801F73-3AD9-9E4E-9ACE-1E32D84F468C}" type="parTrans" cxnId="{03E46632-795D-F441-84E3-2CAF15E3EAA2}">
      <dgm:prSet/>
      <dgm:spPr/>
      <dgm:t>
        <a:bodyPr/>
        <a:lstStyle/>
        <a:p>
          <a:endParaRPr lang="en-GB"/>
        </a:p>
      </dgm:t>
    </dgm:pt>
    <dgm:pt modelId="{A7D430FD-2719-8F47-A7C1-6471627DAE16}" type="sibTrans" cxnId="{03E46632-795D-F441-84E3-2CAF15E3EAA2}">
      <dgm:prSet/>
      <dgm:spPr/>
      <dgm:t>
        <a:bodyPr/>
        <a:lstStyle/>
        <a:p>
          <a:endParaRPr lang="en-GB"/>
        </a:p>
      </dgm:t>
    </dgm:pt>
    <dgm:pt modelId="{14CB9762-5DA2-2644-87E9-76E8DC9BAE09}">
      <dgm:prSet phldrT="[Text]"/>
      <dgm:spPr/>
      <dgm:t>
        <a:bodyPr/>
        <a:lstStyle/>
        <a:p>
          <a:r>
            <a:rPr lang="en-GB" dirty="0"/>
            <a:t>Week 2</a:t>
          </a:r>
        </a:p>
      </dgm:t>
    </dgm:pt>
    <dgm:pt modelId="{35AFBBC1-9F5A-FE4A-8E24-2A3F6CC380B4}" type="parTrans" cxnId="{F7B054B0-7ED0-C045-8C8A-9E480408E61E}">
      <dgm:prSet/>
      <dgm:spPr/>
      <dgm:t>
        <a:bodyPr/>
        <a:lstStyle/>
        <a:p>
          <a:endParaRPr lang="en-GB"/>
        </a:p>
      </dgm:t>
    </dgm:pt>
    <dgm:pt modelId="{936B532B-9663-834D-BDF9-9DD63C6B0BB8}" type="sibTrans" cxnId="{F7B054B0-7ED0-C045-8C8A-9E480408E61E}">
      <dgm:prSet/>
      <dgm:spPr/>
      <dgm:t>
        <a:bodyPr/>
        <a:lstStyle/>
        <a:p>
          <a:endParaRPr lang="en-GB"/>
        </a:p>
      </dgm:t>
    </dgm:pt>
    <dgm:pt modelId="{6FDA3540-CC63-4A42-904A-DDA3E35C3092}">
      <dgm:prSet phldrT="[Text]"/>
      <dgm:spPr/>
      <dgm:t>
        <a:bodyPr/>
        <a:lstStyle/>
        <a:p>
          <a:r>
            <a:rPr lang="en-GB" dirty="0"/>
            <a:t>Week 3</a:t>
          </a:r>
        </a:p>
      </dgm:t>
    </dgm:pt>
    <dgm:pt modelId="{748290F3-2B73-CF45-A00B-C4139BCF38F2}" type="parTrans" cxnId="{02DE4B68-9A8C-2045-AA49-A4EF1C613F0A}">
      <dgm:prSet/>
      <dgm:spPr/>
      <dgm:t>
        <a:bodyPr/>
        <a:lstStyle/>
        <a:p>
          <a:endParaRPr lang="en-GB"/>
        </a:p>
      </dgm:t>
    </dgm:pt>
    <dgm:pt modelId="{EB992C4D-B099-6547-BC37-057E362DE8A5}" type="sibTrans" cxnId="{02DE4B68-9A8C-2045-AA49-A4EF1C613F0A}">
      <dgm:prSet/>
      <dgm:spPr/>
      <dgm:t>
        <a:bodyPr/>
        <a:lstStyle/>
        <a:p>
          <a:endParaRPr lang="en-GB"/>
        </a:p>
      </dgm:t>
    </dgm:pt>
    <dgm:pt modelId="{E75CE971-22EB-F24C-8B7A-9E659D8FF1CE}">
      <dgm:prSet phldrT="[Text]"/>
      <dgm:spPr/>
      <dgm:t>
        <a:bodyPr/>
        <a:lstStyle/>
        <a:p>
          <a:r>
            <a:rPr lang="en-GB" dirty="0"/>
            <a:t>Week 4</a:t>
          </a:r>
        </a:p>
      </dgm:t>
    </dgm:pt>
    <dgm:pt modelId="{B5FB00C5-BB2E-3F4A-951A-1BC7CEDC6964}" type="parTrans" cxnId="{3765BBC7-BB9B-2D4E-954B-CBCF96923D01}">
      <dgm:prSet/>
      <dgm:spPr/>
      <dgm:t>
        <a:bodyPr/>
        <a:lstStyle/>
        <a:p>
          <a:endParaRPr lang="en-GB"/>
        </a:p>
      </dgm:t>
    </dgm:pt>
    <dgm:pt modelId="{AF3D9E68-7D26-9847-A01A-94EA3A36C783}" type="sibTrans" cxnId="{3765BBC7-BB9B-2D4E-954B-CBCF96923D01}">
      <dgm:prSet/>
      <dgm:spPr/>
      <dgm:t>
        <a:bodyPr/>
        <a:lstStyle/>
        <a:p>
          <a:endParaRPr lang="en-GB"/>
        </a:p>
      </dgm:t>
    </dgm:pt>
    <dgm:pt modelId="{E9896E72-C30A-674B-A949-2C2EF351DD93}">
      <dgm:prSet phldrT="[Text]"/>
      <dgm:spPr/>
      <dgm:t>
        <a:bodyPr/>
        <a:lstStyle/>
        <a:p>
          <a:r>
            <a:rPr lang="en-GB" dirty="0"/>
            <a:t>Week 5</a:t>
          </a:r>
        </a:p>
      </dgm:t>
    </dgm:pt>
    <dgm:pt modelId="{1DD7AE9B-EEF9-DF4D-9835-F020C5150076}" type="parTrans" cxnId="{2CBDB628-BD94-C547-9792-DFC8F169C3EB}">
      <dgm:prSet/>
      <dgm:spPr/>
      <dgm:t>
        <a:bodyPr/>
        <a:lstStyle/>
        <a:p>
          <a:endParaRPr lang="en-GB"/>
        </a:p>
      </dgm:t>
    </dgm:pt>
    <dgm:pt modelId="{19290954-644B-BF42-8692-77BE915441A8}" type="sibTrans" cxnId="{2CBDB628-BD94-C547-9792-DFC8F169C3EB}">
      <dgm:prSet/>
      <dgm:spPr/>
      <dgm:t>
        <a:bodyPr/>
        <a:lstStyle/>
        <a:p>
          <a:endParaRPr lang="en-GB"/>
        </a:p>
      </dgm:t>
    </dgm:pt>
    <dgm:pt modelId="{C628F686-66A1-054A-A61A-5B2452FB12E7}">
      <dgm:prSet phldrT="[Text]"/>
      <dgm:spPr/>
      <dgm:t>
        <a:bodyPr/>
        <a:lstStyle/>
        <a:p>
          <a:r>
            <a:rPr lang="en-GB" dirty="0"/>
            <a:t>Week 6</a:t>
          </a:r>
        </a:p>
      </dgm:t>
    </dgm:pt>
    <dgm:pt modelId="{32464112-857E-2243-8624-7A0817C590F9}" type="parTrans" cxnId="{0D0D6018-1438-AF4F-8A20-98AB23EFF781}">
      <dgm:prSet/>
      <dgm:spPr/>
      <dgm:t>
        <a:bodyPr/>
        <a:lstStyle/>
        <a:p>
          <a:endParaRPr lang="en-GB"/>
        </a:p>
      </dgm:t>
    </dgm:pt>
    <dgm:pt modelId="{E309D9AD-27A4-3442-A0F6-B0D6B91327C4}" type="sibTrans" cxnId="{0D0D6018-1438-AF4F-8A20-98AB23EFF781}">
      <dgm:prSet/>
      <dgm:spPr/>
      <dgm:t>
        <a:bodyPr/>
        <a:lstStyle/>
        <a:p>
          <a:endParaRPr lang="en-GB"/>
        </a:p>
      </dgm:t>
    </dgm:pt>
    <dgm:pt modelId="{8EC8828E-B9D2-F043-B4D9-2348AB0E3EE9}">
      <dgm:prSet phldrT="[Text]"/>
      <dgm:spPr/>
      <dgm:t>
        <a:bodyPr/>
        <a:lstStyle/>
        <a:p>
          <a:r>
            <a:rPr lang="en-GB" dirty="0"/>
            <a:t>Week 7</a:t>
          </a:r>
        </a:p>
      </dgm:t>
    </dgm:pt>
    <dgm:pt modelId="{CE0230E5-BC4C-9348-AE81-B992CC774717}" type="parTrans" cxnId="{D099A14C-57EC-7747-8182-507C7DAFBC68}">
      <dgm:prSet/>
      <dgm:spPr/>
      <dgm:t>
        <a:bodyPr/>
        <a:lstStyle/>
        <a:p>
          <a:endParaRPr lang="en-GB"/>
        </a:p>
      </dgm:t>
    </dgm:pt>
    <dgm:pt modelId="{F560B9D8-F9C0-F44C-A28F-4A4AC03CDB36}" type="sibTrans" cxnId="{D099A14C-57EC-7747-8182-507C7DAFBC68}">
      <dgm:prSet/>
      <dgm:spPr/>
      <dgm:t>
        <a:bodyPr/>
        <a:lstStyle/>
        <a:p>
          <a:endParaRPr lang="en-GB"/>
        </a:p>
      </dgm:t>
    </dgm:pt>
    <dgm:pt modelId="{798A7030-18AA-7244-A34F-D6433C4B0FC7}">
      <dgm:prSet phldrT="[Text]"/>
      <dgm:spPr/>
      <dgm:t>
        <a:bodyPr/>
        <a:lstStyle/>
        <a:p>
          <a:r>
            <a:rPr lang="en-GB" dirty="0"/>
            <a:t>Week 8</a:t>
          </a:r>
        </a:p>
      </dgm:t>
    </dgm:pt>
    <dgm:pt modelId="{5D8ED2BB-A936-3049-9EF9-B6E2982FC984}" type="parTrans" cxnId="{B955C57B-E942-624B-89B6-9E3DE6E02242}">
      <dgm:prSet/>
      <dgm:spPr/>
      <dgm:t>
        <a:bodyPr/>
        <a:lstStyle/>
        <a:p>
          <a:endParaRPr lang="en-GB"/>
        </a:p>
      </dgm:t>
    </dgm:pt>
    <dgm:pt modelId="{CF760D04-C1BC-AD4D-8DBF-022615E9358F}" type="sibTrans" cxnId="{B955C57B-E942-624B-89B6-9E3DE6E02242}">
      <dgm:prSet/>
      <dgm:spPr/>
      <dgm:t>
        <a:bodyPr/>
        <a:lstStyle/>
        <a:p>
          <a:endParaRPr lang="en-GB"/>
        </a:p>
      </dgm:t>
    </dgm:pt>
    <dgm:pt modelId="{F50C550B-89B1-624F-99AF-68585AD5BF59}">
      <dgm:prSet phldrT="[Text]"/>
      <dgm:spPr/>
      <dgm:t>
        <a:bodyPr/>
        <a:lstStyle/>
        <a:p>
          <a:r>
            <a:rPr lang="en-GB" dirty="0"/>
            <a:t>Week 9</a:t>
          </a:r>
        </a:p>
      </dgm:t>
    </dgm:pt>
    <dgm:pt modelId="{FB770DC4-D1F3-5544-9337-A208686371E9}" type="parTrans" cxnId="{BA604D10-0068-CC41-880E-4AF0249A2955}">
      <dgm:prSet/>
      <dgm:spPr/>
      <dgm:t>
        <a:bodyPr/>
        <a:lstStyle/>
        <a:p>
          <a:endParaRPr lang="en-GB"/>
        </a:p>
      </dgm:t>
    </dgm:pt>
    <dgm:pt modelId="{6F1A2D0F-129B-7343-898D-0B089686A7A1}" type="sibTrans" cxnId="{BA604D10-0068-CC41-880E-4AF0249A2955}">
      <dgm:prSet/>
      <dgm:spPr/>
      <dgm:t>
        <a:bodyPr/>
        <a:lstStyle/>
        <a:p>
          <a:endParaRPr lang="en-GB"/>
        </a:p>
      </dgm:t>
    </dgm:pt>
    <dgm:pt modelId="{57058A10-0590-4446-8E3D-F665BF917485}">
      <dgm:prSet phldrT="[Text]"/>
      <dgm:spPr/>
      <dgm:t>
        <a:bodyPr/>
        <a:lstStyle/>
        <a:p>
          <a:r>
            <a:rPr lang="en-GB" dirty="0"/>
            <a:t>Week 10</a:t>
          </a:r>
        </a:p>
      </dgm:t>
    </dgm:pt>
    <dgm:pt modelId="{30A88282-68CB-514C-9A41-D4C8E184AC7D}" type="parTrans" cxnId="{8CB8C197-48BD-5645-996C-590587D9E5F2}">
      <dgm:prSet/>
      <dgm:spPr/>
      <dgm:t>
        <a:bodyPr/>
        <a:lstStyle/>
        <a:p>
          <a:endParaRPr lang="en-GB"/>
        </a:p>
      </dgm:t>
    </dgm:pt>
    <dgm:pt modelId="{92F83538-2ED4-0A4B-9937-F96502B06DDA}" type="sibTrans" cxnId="{8CB8C197-48BD-5645-996C-590587D9E5F2}">
      <dgm:prSet/>
      <dgm:spPr/>
      <dgm:t>
        <a:bodyPr/>
        <a:lstStyle/>
        <a:p>
          <a:endParaRPr lang="en-GB"/>
        </a:p>
      </dgm:t>
    </dgm:pt>
    <dgm:pt modelId="{9BAAF137-B1B8-5945-934D-7253539E0B1B}">
      <dgm:prSet phldrT="[Text]"/>
      <dgm:spPr/>
      <dgm:t>
        <a:bodyPr/>
        <a:lstStyle/>
        <a:p>
          <a:r>
            <a:rPr lang="en-GB" dirty="0"/>
            <a:t>Week 11</a:t>
          </a:r>
        </a:p>
      </dgm:t>
    </dgm:pt>
    <dgm:pt modelId="{D75A13A3-CC46-384A-B45D-3D65A67A0F4F}" type="parTrans" cxnId="{F37383D7-BDC5-4244-B1E4-5273693ACCA9}">
      <dgm:prSet/>
      <dgm:spPr/>
      <dgm:t>
        <a:bodyPr/>
        <a:lstStyle/>
        <a:p>
          <a:endParaRPr lang="en-GB"/>
        </a:p>
      </dgm:t>
    </dgm:pt>
    <dgm:pt modelId="{00972712-C138-DC4C-9DEF-C27019FD0288}" type="sibTrans" cxnId="{F37383D7-BDC5-4244-B1E4-5273693ACCA9}">
      <dgm:prSet/>
      <dgm:spPr/>
      <dgm:t>
        <a:bodyPr/>
        <a:lstStyle/>
        <a:p>
          <a:endParaRPr lang="en-GB"/>
        </a:p>
      </dgm:t>
    </dgm:pt>
    <dgm:pt modelId="{42D53836-8D56-CB43-A90B-C5510EBA2526}" type="pres">
      <dgm:prSet presAssocID="{125C3B13-0FD7-F448-95C4-EB2F0EB79E91}" presName="Name0" presStyleCnt="0">
        <dgm:presLayoutVars>
          <dgm:dir/>
          <dgm:animLvl val="lvl"/>
          <dgm:resizeHandles val="exact"/>
        </dgm:presLayoutVars>
      </dgm:prSet>
      <dgm:spPr/>
    </dgm:pt>
    <dgm:pt modelId="{76C738AF-D1CB-3349-8A49-0ABCA6C0DF38}" type="pres">
      <dgm:prSet presAssocID="{70858591-7BE8-B048-A85C-67AD25A6FDA0}" presName="parTxOnly" presStyleLbl="node1" presStyleIdx="0" presStyleCnt="11" custLinFactY="-35919" custLinFactNeighborX="33091" custLinFactNeighborY="-100000">
        <dgm:presLayoutVars>
          <dgm:chMax val="0"/>
          <dgm:chPref val="0"/>
          <dgm:bulletEnabled val="1"/>
        </dgm:presLayoutVars>
      </dgm:prSet>
      <dgm:spPr/>
    </dgm:pt>
    <dgm:pt modelId="{4D0D9056-22E1-8D45-BB39-02946FD3954C}" type="pres">
      <dgm:prSet presAssocID="{A7D430FD-2719-8F47-A7C1-6471627DAE16}" presName="parTxOnlySpace" presStyleCnt="0"/>
      <dgm:spPr/>
    </dgm:pt>
    <dgm:pt modelId="{328812D9-B38D-B248-8F69-74E0284E4796}" type="pres">
      <dgm:prSet presAssocID="{14CB9762-5DA2-2644-87E9-76E8DC9BAE09}" presName="parTxOnly" presStyleLbl="node1" presStyleIdx="1" presStyleCnt="11" custLinFactY="-36913" custLinFactNeighborX="-17926" custLinFactNeighborY="-100000">
        <dgm:presLayoutVars>
          <dgm:chMax val="0"/>
          <dgm:chPref val="0"/>
          <dgm:bulletEnabled val="1"/>
        </dgm:presLayoutVars>
      </dgm:prSet>
      <dgm:spPr/>
    </dgm:pt>
    <dgm:pt modelId="{B12A4267-1EA1-2249-A3C2-E34198E34B72}" type="pres">
      <dgm:prSet presAssocID="{936B532B-9663-834D-BDF9-9DD63C6B0BB8}" presName="parTxOnlySpace" presStyleCnt="0"/>
      <dgm:spPr/>
    </dgm:pt>
    <dgm:pt modelId="{3A592597-B792-0243-BF43-A33966A7E312}" type="pres">
      <dgm:prSet presAssocID="{6FDA3540-CC63-4A42-904A-DDA3E35C3092}" presName="parTxOnly" presStyleLbl="node1" presStyleIdx="2" presStyleCnt="11" custLinFactY="-37248" custLinFactNeighborX="-73701" custLinFactNeighborY="-100000">
        <dgm:presLayoutVars>
          <dgm:chMax val="0"/>
          <dgm:chPref val="0"/>
          <dgm:bulletEnabled val="1"/>
        </dgm:presLayoutVars>
      </dgm:prSet>
      <dgm:spPr/>
    </dgm:pt>
    <dgm:pt modelId="{88711979-7BEB-C94B-97F0-0DDDD1205E09}" type="pres">
      <dgm:prSet presAssocID="{EB992C4D-B099-6547-BC37-057E362DE8A5}" presName="parTxOnlySpace" presStyleCnt="0"/>
      <dgm:spPr/>
    </dgm:pt>
    <dgm:pt modelId="{E0951772-393A-0047-9404-7D73C71D488F}" type="pres">
      <dgm:prSet presAssocID="{E75CE971-22EB-F24C-8B7A-9E659D8FF1CE}" presName="parTxOnly" presStyleLbl="node1" presStyleIdx="3" presStyleCnt="11" custLinFactX="-898" custLinFactY="-36855" custLinFactNeighborX="-100000" custLinFactNeighborY="-100000">
        <dgm:presLayoutVars>
          <dgm:chMax val="0"/>
          <dgm:chPref val="0"/>
          <dgm:bulletEnabled val="1"/>
        </dgm:presLayoutVars>
      </dgm:prSet>
      <dgm:spPr/>
    </dgm:pt>
    <dgm:pt modelId="{1637BD65-D396-1542-8D13-BFBB39528D60}" type="pres">
      <dgm:prSet presAssocID="{AF3D9E68-7D26-9847-A01A-94EA3A36C783}" presName="parTxOnlySpace" presStyleCnt="0"/>
      <dgm:spPr/>
    </dgm:pt>
    <dgm:pt modelId="{045B42A2-2A41-E74F-BD84-4F92A32371E9}" type="pres">
      <dgm:prSet presAssocID="{E9896E72-C30A-674B-A949-2C2EF351DD93}" presName="parTxOnly" presStyleLbl="node1" presStyleIdx="4" presStyleCnt="11">
        <dgm:presLayoutVars>
          <dgm:chMax val="0"/>
          <dgm:chPref val="0"/>
          <dgm:bulletEnabled val="1"/>
        </dgm:presLayoutVars>
      </dgm:prSet>
      <dgm:spPr/>
    </dgm:pt>
    <dgm:pt modelId="{81900D6A-CAC2-2E4F-A46E-C8B58D4375AF}" type="pres">
      <dgm:prSet presAssocID="{19290954-644B-BF42-8692-77BE915441A8}" presName="parTxOnlySpace" presStyleCnt="0"/>
      <dgm:spPr/>
    </dgm:pt>
    <dgm:pt modelId="{1A371F30-F3BD-9546-BBC7-A85739E9DBA5}" type="pres">
      <dgm:prSet presAssocID="{C628F686-66A1-054A-A61A-5B2452FB12E7}" presName="parTxOnly" presStyleLbl="node1" presStyleIdx="5" presStyleCnt="11">
        <dgm:presLayoutVars>
          <dgm:chMax val="0"/>
          <dgm:chPref val="0"/>
          <dgm:bulletEnabled val="1"/>
        </dgm:presLayoutVars>
      </dgm:prSet>
      <dgm:spPr/>
    </dgm:pt>
    <dgm:pt modelId="{2560D462-4FE3-0241-A48F-6B3888956254}" type="pres">
      <dgm:prSet presAssocID="{E309D9AD-27A4-3442-A0F6-B0D6B91327C4}" presName="parTxOnlySpace" presStyleCnt="0"/>
      <dgm:spPr/>
    </dgm:pt>
    <dgm:pt modelId="{6F4B3A69-AE5B-F746-BAE4-AE1A059C75C4}" type="pres">
      <dgm:prSet presAssocID="{8EC8828E-B9D2-F043-B4D9-2348AB0E3EE9}" presName="parTxOnly" presStyleLbl="node1" presStyleIdx="6" presStyleCnt="11">
        <dgm:presLayoutVars>
          <dgm:chMax val="0"/>
          <dgm:chPref val="0"/>
          <dgm:bulletEnabled val="1"/>
        </dgm:presLayoutVars>
      </dgm:prSet>
      <dgm:spPr/>
    </dgm:pt>
    <dgm:pt modelId="{97EBD3A4-C471-F547-B785-3A1592F47C22}" type="pres">
      <dgm:prSet presAssocID="{F560B9D8-F9C0-F44C-A28F-4A4AC03CDB36}" presName="parTxOnlySpace" presStyleCnt="0"/>
      <dgm:spPr/>
    </dgm:pt>
    <dgm:pt modelId="{D7152B10-C1C0-724D-A1D5-CD4A151BD2F3}" type="pres">
      <dgm:prSet presAssocID="{798A7030-18AA-7244-A34F-D6433C4B0FC7}" presName="parTxOnly" presStyleLbl="node1" presStyleIdx="7" presStyleCnt="11">
        <dgm:presLayoutVars>
          <dgm:chMax val="0"/>
          <dgm:chPref val="0"/>
          <dgm:bulletEnabled val="1"/>
        </dgm:presLayoutVars>
      </dgm:prSet>
      <dgm:spPr/>
    </dgm:pt>
    <dgm:pt modelId="{6F996A32-D9CF-EC43-9DA7-C7C0E8FC7BF0}" type="pres">
      <dgm:prSet presAssocID="{CF760D04-C1BC-AD4D-8DBF-022615E9358F}" presName="parTxOnlySpace" presStyleCnt="0"/>
      <dgm:spPr/>
    </dgm:pt>
    <dgm:pt modelId="{098AFD9B-A3A4-A34A-A5E4-E334D64AFEDD}" type="pres">
      <dgm:prSet presAssocID="{F50C550B-89B1-624F-99AF-68585AD5BF59}" presName="parTxOnly" presStyleLbl="node1" presStyleIdx="8" presStyleCnt="11">
        <dgm:presLayoutVars>
          <dgm:chMax val="0"/>
          <dgm:chPref val="0"/>
          <dgm:bulletEnabled val="1"/>
        </dgm:presLayoutVars>
      </dgm:prSet>
      <dgm:spPr/>
    </dgm:pt>
    <dgm:pt modelId="{329C9249-6FEE-9246-AF77-BD18FF5CDD1A}" type="pres">
      <dgm:prSet presAssocID="{6F1A2D0F-129B-7343-898D-0B089686A7A1}" presName="parTxOnlySpace" presStyleCnt="0"/>
      <dgm:spPr/>
    </dgm:pt>
    <dgm:pt modelId="{8403064A-365B-5F49-AFA7-1150919E6F4D}" type="pres">
      <dgm:prSet presAssocID="{57058A10-0590-4446-8E3D-F665BF917485}" presName="parTxOnly" presStyleLbl="node1" presStyleIdx="9" presStyleCnt="11">
        <dgm:presLayoutVars>
          <dgm:chMax val="0"/>
          <dgm:chPref val="0"/>
          <dgm:bulletEnabled val="1"/>
        </dgm:presLayoutVars>
      </dgm:prSet>
      <dgm:spPr/>
    </dgm:pt>
    <dgm:pt modelId="{E0347CAB-F8D8-A44A-BDF7-D449D126929A}" type="pres">
      <dgm:prSet presAssocID="{92F83538-2ED4-0A4B-9937-F96502B06DDA}" presName="parTxOnlySpace" presStyleCnt="0"/>
      <dgm:spPr/>
    </dgm:pt>
    <dgm:pt modelId="{BCD142C3-C9B0-7747-85C2-C3BF5C326336}" type="pres">
      <dgm:prSet presAssocID="{9BAAF137-B1B8-5945-934D-7253539E0B1B}" presName="parTxOnly" presStyleLbl="node1" presStyleIdx="10" presStyleCnt="11">
        <dgm:presLayoutVars>
          <dgm:chMax val="0"/>
          <dgm:chPref val="0"/>
          <dgm:bulletEnabled val="1"/>
        </dgm:presLayoutVars>
      </dgm:prSet>
      <dgm:spPr/>
    </dgm:pt>
  </dgm:ptLst>
  <dgm:cxnLst>
    <dgm:cxn modelId="{5412EF07-2091-EB49-993F-AC5BC45D7EEA}" type="presOf" srcId="{57058A10-0590-4446-8E3D-F665BF917485}" destId="{8403064A-365B-5F49-AFA7-1150919E6F4D}" srcOrd="0" destOrd="0" presId="urn:microsoft.com/office/officeart/2005/8/layout/chevron1"/>
    <dgm:cxn modelId="{A1CA8C0D-1473-1043-B5DE-AD787DCD27BC}" type="presOf" srcId="{C628F686-66A1-054A-A61A-5B2452FB12E7}" destId="{1A371F30-F3BD-9546-BBC7-A85739E9DBA5}" srcOrd="0" destOrd="0" presId="urn:microsoft.com/office/officeart/2005/8/layout/chevron1"/>
    <dgm:cxn modelId="{BA604D10-0068-CC41-880E-4AF0249A2955}" srcId="{125C3B13-0FD7-F448-95C4-EB2F0EB79E91}" destId="{F50C550B-89B1-624F-99AF-68585AD5BF59}" srcOrd="8" destOrd="0" parTransId="{FB770DC4-D1F3-5544-9337-A208686371E9}" sibTransId="{6F1A2D0F-129B-7343-898D-0B089686A7A1}"/>
    <dgm:cxn modelId="{0D0D6018-1438-AF4F-8A20-98AB23EFF781}" srcId="{125C3B13-0FD7-F448-95C4-EB2F0EB79E91}" destId="{C628F686-66A1-054A-A61A-5B2452FB12E7}" srcOrd="5" destOrd="0" parTransId="{32464112-857E-2243-8624-7A0817C590F9}" sibTransId="{E309D9AD-27A4-3442-A0F6-B0D6B91327C4}"/>
    <dgm:cxn modelId="{2CBDB628-BD94-C547-9792-DFC8F169C3EB}" srcId="{125C3B13-0FD7-F448-95C4-EB2F0EB79E91}" destId="{E9896E72-C30A-674B-A949-2C2EF351DD93}" srcOrd="4" destOrd="0" parTransId="{1DD7AE9B-EEF9-DF4D-9835-F020C5150076}" sibTransId="{19290954-644B-BF42-8692-77BE915441A8}"/>
    <dgm:cxn modelId="{03E46632-795D-F441-84E3-2CAF15E3EAA2}" srcId="{125C3B13-0FD7-F448-95C4-EB2F0EB79E91}" destId="{70858591-7BE8-B048-A85C-67AD25A6FDA0}" srcOrd="0" destOrd="0" parTransId="{B7801F73-3AD9-9E4E-9ACE-1E32D84F468C}" sibTransId="{A7D430FD-2719-8F47-A7C1-6471627DAE16}"/>
    <dgm:cxn modelId="{734CDA34-FA30-0946-AF15-4FBFB435D6AE}" type="presOf" srcId="{E9896E72-C30A-674B-A949-2C2EF351DD93}" destId="{045B42A2-2A41-E74F-BD84-4F92A32371E9}" srcOrd="0" destOrd="0" presId="urn:microsoft.com/office/officeart/2005/8/layout/chevron1"/>
    <dgm:cxn modelId="{3718F85E-DEC5-E342-8ECD-5B774A7DE45C}" type="presOf" srcId="{125C3B13-0FD7-F448-95C4-EB2F0EB79E91}" destId="{42D53836-8D56-CB43-A90B-C5510EBA2526}" srcOrd="0" destOrd="0" presId="urn:microsoft.com/office/officeart/2005/8/layout/chevron1"/>
    <dgm:cxn modelId="{C0098362-BCB2-CC4B-B526-0AC2C02F4B6D}" type="presOf" srcId="{F50C550B-89B1-624F-99AF-68585AD5BF59}" destId="{098AFD9B-A3A4-A34A-A5E4-E334D64AFEDD}" srcOrd="0" destOrd="0" presId="urn:microsoft.com/office/officeart/2005/8/layout/chevron1"/>
    <dgm:cxn modelId="{D877AD62-81DB-E949-978E-6CF0CDA5B960}" type="presOf" srcId="{8EC8828E-B9D2-F043-B4D9-2348AB0E3EE9}" destId="{6F4B3A69-AE5B-F746-BAE4-AE1A059C75C4}" srcOrd="0" destOrd="0" presId="urn:microsoft.com/office/officeart/2005/8/layout/chevron1"/>
    <dgm:cxn modelId="{02DE4B68-9A8C-2045-AA49-A4EF1C613F0A}" srcId="{125C3B13-0FD7-F448-95C4-EB2F0EB79E91}" destId="{6FDA3540-CC63-4A42-904A-DDA3E35C3092}" srcOrd="2" destOrd="0" parTransId="{748290F3-2B73-CF45-A00B-C4139BCF38F2}" sibTransId="{EB992C4D-B099-6547-BC37-057E362DE8A5}"/>
    <dgm:cxn modelId="{B0B7E869-85EC-E045-86C8-F0919035A88C}" type="presOf" srcId="{9BAAF137-B1B8-5945-934D-7253539E0B1B}" destId="{BCD142C3-C9B0-7747-85C2-C3BF5C326336}" srcOrd="0" destOrd="0" presId="urn:microsoft.com/office/officeart/2005/8/layout/chevron1"/>
    <dgm:cxn modelId="{D099A14C-57EC-7747-8182-507C7DAFBC68}" srcId="{125C3B13-0FD7-F448-95C4-EB2F0EB79E91}" destId="{8EC8828E-B9D2-F043-B4D9-2348AB0E3EE9}" srcOrd="6" destOrd="0" parTransId="{CE0230E5-BC4C-9348-AE81-B992CC774717}" sibTransId="{F560B9D8-F9C0-F44C-A28F-4A4AC03CDB36}"/>
    <dgm:cxn modelId="{8FB27E70-3EEF-0A40-AE86-8B450C576E05}" type="presOf" srcId="{E75CE971-22EB-F24C-8B7A-9E659D8FF1CE}" destId="{E0951772-393A-0047-9404-7D73C71D488F}" srcOrd="0" destOrd="0" presId="urn:microsoft.com/office/officeart/2005/8/layout/chevron1"/>
    <dgm:cxn modelId="{021EB35A-18FB-5146-BCA4-4CF6C9AF9E5E}" type="presOf" srcId="{6FDA3540-CC63-4A42-904A-DDA3E35C3092}" destId="{3A592597-B792-0243-BF43-A33966A7E312}" srcOrd="0" destOrd="0" presId="urn:microsoft.com/office/officeart/2005/8/layout/chevron1"/>
    <dgm:cxn modelId="{B955C57B-E942-624B-89B6-9E3DE6E02242}" srcId="{125C3B13-0FD7-F448-95C4-EB2F0EB79E91}" destId="{798A7030-18AA-7244-A34F-D6433C4B0FC7}" srcOrd="7" destOrd="0" parTransId="{5D8ED2BB-A936-3049-9EF9-B6E2982FC984}" sibTransId="{CF760D04-C1BC-AD4D-8DBF-022615E9358F}"/>
    <dgm:cxn modelId="{8CB8C197-48BD-5645-996C-590587D9E5F2}" srcId="{125C3B13-0FD7-F448-95C4-EB2F0EB79E91}" destId="{57058A10-0590-4446-8E3D-F665BF917485}" srcOrd="9" destOrd="0" parTransId="{30A88282-68CB-514C-9A41-D4C8E184AC7D}" sibTransId="{92F83538-2ED4-0A4B-9937-F96502B06DDA}"/>
    <dgm:cxn modelId="{F7B054B0-7ED0-C045-8C8A-9E480408E61E}" srcId="{125C3B13-0FD7-F448-95C4-EB2F0EB79E91}" destId="{14CB9762-5DA2-2644-87E9-76E8DC9BAE09}" srcOrd="1" destOrd="0" parTransId="{35AFBBC1-9F5A-FE4A-8E24-2A3F6CC380B4}" sibTransId="{936B532B-9663-834D-BDF9-9DD63C6B0BB8}"/>
    <dgm:cxn modelId="{352606B5-97DA-0744-969D-08F0B9F1D74C}" type="presOf" srcId="{798A7030-18AA-7244-A34F-D6433C4B0FC7}" destId="{D7152B10-C1C0-724D-A1D5-CD4A151BD2F3}" srcOrd="0" destOrd="0" presId="urn:microsoft.com/office/officeart/2005/8/layout/chevron1"/>
    <dgm:cxn modelId="{F37383D7-BDC5-4244-B1E4-5273693ACCA9}" srcId="{125C3B13-0FD7-F448-95C4-EB2F0EB79E91}" destId="{9BAAF137-B1B8-5945-934D-7253539E0B1B}" srcOrd="10" destOrd="0" parTransId="{D75A13A3-CC46-384A-B45D-3D65A67A0F4F}" sibTransId="{00972712-C138-DC4C-9DEF-C27019FD0288}"/>
    <dgm:cxn modelId="{3765BBC7-BB9B-2D4E-954B-CBCF96923D01}" srcId="{125C3B13-0FD7-F448-95C4-EB2F0EB79E91}" destId="{E75CE971-22EB-F24C-8B7A-9E659D8FF1CE}" srcOrd="3" destOrd="0" parTransId="{B5FB00C5-BB2E-3F4A-951A-1BC7CEDC6964}" sibTransId="{AF3D9E68-7D26-9847-A01A-94EA3A36C783}"/>
    <dgm:cxn modelId="{B95D70F1-8B06-2248-A101-00DC0FD35E42}" type="presOf" srcId="{14CB9762-5DA2-2644-87E9-76E8DC9BAE09}" destId="{328812D9-B38D-B248-8F69-74E0284E4796}" srcOrd="0" destOrd="0" presId="urn:microsoft.com/office/officeart/2005/8/layout/chevron1"/>
    <dgm:cxn modelId="{C32E88FC-6C82-274A-8A8E-ED1D9556D34B}" type="presOf" srcId="{70858591-7BE8-B048-A85C-67AD25A6FDA0}" destId="{76C738AF-D1CB-3349-8A49-0ABCA6C0DF38}" srcOrd="0" destOrd="0" presId="urn:microsoft.com/office/officeart/2005/8/layout/chevron1"/>
    <dgm:cxn modelId="{1F41CC3A-8C11-C240-9938-D8EDADC65779}" type="presParOf" srcId="{42D53836-8D56-CB43-A90B-C5510EBA2526}" destId="{76C738AF-D1CB-3349-8A49-0ABCA6C0DF38}" srcOrd="0" destOrd="0" presId="urn:microsoft.com/office/officeart/2005/8/layout/chevron1"/>
    <dgm:cxn modelId="{3736B780-92EA-5247-A3C5-4B321D849C7B}" type="presParOf" srcId="{42D53836-8D56-CB43-A90B-C5510EBA2526}" destId="{4D0D9056-22E1-8D45-BB39-02946FD3954C}" srcOrd="1" destOrd="0" presId="urn:microsoft.com/office/officeart/2005/8/layout/chevron1"/>
    <dgm:cxn modelId="{D15106F7-D39C-174E-A8C1-8CC11407980F}" type="presParOf" srcId="{42D53836-8D56-CB43-A90B-C5510EBA2526}" destId="{328812D9-B38D-B248-8F69-74E0284E4796}" srcOrd="2" destOrd="0" presId="urn:microsoft.com/office/officeart/2005/8/layout/chevron1"/>
    <dgm:cxn modelId="{F56C9EA3-7F17-2E40-B574-CF9601955F0A}" type="presParOf" srcId="{42D53836-8D56-CB43-A90B-C5510EBA2526}" destId="{B12A4267-1EA1-2249-A3C2-E34198E34B72}" srcOrd="3" destOrd="0" presId="urn:microsoft.com/office/officeart/2005/8/layout/chevron1"/>
    <dgm:cxn modelId="{4B2010DB-12C8-E145-8626-D5BFBEBE4211}" type="presParOf" srcId="{42D53836-8D56-CB43-A90B-C5510EBA2526}" destId="{3A592597-B792-0243-BF43-A33966A7E312}" srcOrd="4" destOrd="0" presId="urn:microsoft.com/office/officeart/2005/8/layout/chevron1"/>
    <dgm:cxn modelId="{CFF9CC22-87C4-FE4F-B870-499C91A8D209}" type="presParOf" srcId="{42D53836-8D56-CB43-A90B-C5510EBA2526}" destId="{88711979-7BEB-C94B-97F0-0DDDD1205E09}" srcOrd="5" destOrd="0" presId="urn:microsoft.com/office/officeart/2005/8/layout/chevron1"/>
    <dgm:cxn modelId="{0B013341-A982-E14E-BCEC-0448F74B96C3}" type="presParOf" srcId="{42D53836-8D56-CB43-A90B-C5510EBA2526}" destId="{E0951772-393A-0047-9404-7D73C71D488F}" srcOrd="6" destOrd="0" presId="urn:microsoft.com/office/officeart/2005/8/layout/chevron1"/>
    <dgm:cxn modelId="{18CC13C0-D631-4748-9BE0-31330F056914}" type="presParOf" srcId="{42D53836-8D56-CB43-A90B-C5510EBA2526}" destId="{1637BD65-D396-1542-8D13-BFBB39528D60}" srcOrd="7" destOrd="0" presId="urn:microsoft.com/office/officeart/2005/8/layout/chevron1"/>
    <dgm:cxn modelId="{4EB93DFA-206F-7F43-BEDB-868F82A5FA25}" type="presParOf" srcId="{42D53836-8D56-CB43-A90B-C5510EBA2526}" destId="{045B42A2-2A41-E74F-BD84-4F92A32371E9}" srcOrd="8" destOrd="0" presId="urn:microsoft.com/office/officeart/2005/8/layout/chevron1"/>
    <dgm:cxn modelId="{946A4D5C-6300-9947-948D-8D5A8917FE05}" type="presParOf" srcId="{42D53836-8D56-CB43-A90B-C5510EBA2526}" destId="{81900D6A-CAC2-2E4F-A46E-C8B58D4375AF}" srcOrd="9" destOrd="0" presId="urn:microsoft.com/office/officeart/2005/8/layout/chevron1"/>
    <dgm:cxn modelId="{B0E32194-0EAF-0A40-914D-758BF67879A6}" type="presParOf" srcId="{42D53836-8D56-CB43-A90B-C5510EBA2526}" destId="{1A371F30-F3BD-9546-BBC7-A85739E9DBA5}" srcOrd="10" destOrd="0" presId="urn:microsoft.com/office/officeart/2005/8/layout/chevron1"/>
    <dgm:cxn modelId="{BA41F747-1FD5-724E-95DD-E926F8513F44}" type="presParOf" srcId="{42D53836-8D56-CB43-A90B-C5510EBA2526}" destId="{2560D462-4FE3-0241-A48F-6B3888956254}" srcOrd="11" destOrd="0" presId="urn:microsoft.com/office/officeart/2005/8/layout/chevron1"/>
    <dgm:cxn modelId="{43C9F808-7585-1B4A-A716-F7095E5252DD}" type="presParOf" srcId="{42D53836-8D56-CB43-A90B-C5510EBA2526}" destId="{6F4B3A69-AE5B-F746-BAE4-AE1A059C75C4}" srcOrd="12" destOrd="0" presId="urn:microsoft.com/office/officeart/2005/8/layout/chevron1"/>
    <dgm:cxn modelId="{B0073D71-C702-8B4C-BD45-BBD5FC7397C7}" type="presParOf" srcId="{42D53836-8D56-CB43-A90B-C5510EBA2526}" destId="{97EBD3A4-C471-F547-B785-3A1592F47C22}" srcOrd="13" destOrd="0" presId="urn:microsoft.com/office/officeart/2005/8/layout/chevron1"/>
    <dgm:cxn modelId="{D7929403-183C-D24F-AF2D-AFE5FE6EB3B0}" type="presParOf" srcId="{42D53836-8D56-CB43-A90B-C5510EBA2526}" destId="{D7152B10-C1C0-724D-A1D5-CD4A151BD2F3}" srcOrd="14" destOrd="0" presId="urn:microsoft.com/office/officeart/2005/8/layout/chevron1"/>
    <dgm:cxn modelId="{E3FA2DEE-7A1B-1A42-804E-F2F39825C3D9}" type="presParOf" srcId="{42D53836-8D56-CB43-A90B-C5510EBA2526}" destId="{6F996A32-D9CF-EC43-9DA7-C7C0E8FC7BF0}" srcOrd="15" destOrd="0" presId="urn:microsoft.com/office/officeart/2005/8/layout/chevron1"/>
    <dgm:cxn modelId="{C8169E14-6CF4-0B41-8588-400000399DE3}" type="presParOf" srcId="{42D53836-8D56-CB43-A90B-C5510EBA2526}" destId="{098AFD9B-A3A4-A34A-A5E4-E334D64AFEDD}" srcOrd="16" destOrd="0" presId="urn:microsoft.com/office/officeart/2005/8/layout/chevron1"/>
    <dgm:cxn modelId="{18A70D0B-1B4E-6B4C-A62F-746F5FA2500A}" type="presParOf" srcId="{42D53836-8D56-CB43-A90B-C5510EBA2526}" destId="{329C9249-6FEE-9246-AF77-BD18FF5CDD1A}" srcOrd="17" destOrd="0" presId="urn:microsoft.com/office/officeart/2005/8/layout/chevron1"/>
    <dgm:cxn modelId="{C79A17B9-BE7C-534E-B9AC-833F316855F0}" type="presParOf" srcId="{42D53836-8D56-CB43-A90B-C5510EBA2526}" destId="{8403064A-365B-5F49-AFA7-1150919E6F4D}" srcOrd="18" destOrd="0" presId="urn:microsoft.com/office/officeart/2005/8/layout/chevron1"/>
    <dgm:cxn modelId="{80DDC905-96C4-9643-9D31-7301DA0D6F2B}" type="presParOf" srcId="{42D53836-8D56-CB43-A90B-C5510EBA2526}" destId="{E0347CAB-F8D8-A44A-BDF7-D449D126929A}" srcOrd="19" destOrd="0" presId="urn:microsoft.com/office/officeart/2005/8/layout/chevron1"/>
    <dgm:cxn modelId="{268D38F6-CC15-F347-AAC0-0A2880957E3B}" type="presParOf" srcId="{42D53836-8D56-CB43-A90B-C5510EBA2526}" destId="{BCD142C3-C9B0-7747-85C2-C3BF5C326336}" srcOrd="20"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C738AF-D1CB-3349-8A49-0ABCA6C0DF38}">
      <dsp:nvSpPr>
        <dsp:cNvPr id="0" name=""/>
        <dsp:cNvSpPr/>
      </dsp:nvSpPr>
      <dsp:spPr>
        <a:xfrm>
          <a:off x="75368" y="2225712"/>
          <a:ext cx="2196563" cy="878625"/>
        </a:xfrm>
        <a:prstGeom prst="chevron">
          <a:avLst/>
        </a:prstGeom>
        <a:gradFill rotWithShape="0">
          <a:gsLst>
            <a:gs pos="0">
              <a:schemeClr val="accent1">
                <a:alpha val="90000"/>
                <a:hueOff val="0"/>
                <a:satOff val="0"/>
                <a:lumOff val="0"/>
                <a:alphaOff val="0"/>
                <a:tint val="100000"/>
                <a:shade val="100000"/>
                <a:satMod val="129999"/>
              </a:schemeClr>
            </a:gs>
            <a:gs pos="100000">
              <a:schemeClr val="accent1">
                <a:alpha val="90000"/>
                <a:hueOff val="0"/>
                <a:satOff val="0"/>
                <a:lumOff val="0"/>
                <a:alphaOff val="0"/>
                <a:tint val="50000"/>
                <a:shade val="100000"/>
                <a:satMod val="350000"/>
              </a:schemeClr>
            </a:gs>
          </a:gsLst>
          <a:lin ang="162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2014" tIns="37338" rIns="37338" bIns="37338" numCol="1" spcCol="1270" anchor="ctr" anchorCtr="0">
          <a:noAutofit/>
        </a:bodyPr>
        <a:lstStyle/>
        <a:p>
          <a:pPr marL="0" lvl="0" indent="0" algn="ctr" defTabSz="1244600">
            <a:lnSpc>
              <a:spcPct val="90000"/>
            </a:lnSpc>
            <a:spcBef>
              <a:spcPct val="0"/>
            </a:spcBef>
            <a:spcAft>
              <a:spcPct val="35000"/>
            </a:spcAft>
            <a:buNone/>
          </a:pPr>
          <a:r>
            <a:rPr lang="en-GB" sz="2800" kern="1200" dirty="0"/>
            <a:t>Week 1</a:t>
          </a:r>
        </a:p>
      </dsp:txBody>
      <dsp:txXfrm>
        <a:off x="514681" y="2225712"/>
        <a:ext cx="1317938" cy="878625"/>
      </dsp:txXfrm>
    </dsp:sp>
    <dsp:sp modelId="{328812D9-B38D-B248-8F69-74E0284E4796}">
      <dsp:nvSpPr>
        <dsp:cNvPr id="0" name=""/>
        <dsp:cNvSpPr/>
      </dsp:nvSpPr>
      <dsp:spPr>
        <a:xfrm>
          <a:off x="1940213" y="2216978"/>
          <a:ext cx="2196563" cy="878625"/>
        </a:xfrm>
        <a:prstGeom prst="chevron">
          <a:avLst/>
        </a:prstGeom>
        <a:gradFill rotWithShape="0">
          <a:gsLst>
            <a:gs pos="0">
              <a:schemeClr val="accent1">
                <a:alpha val="90000"/>
                <a:hueOff val="0"/>
                <a:satOff val="0"/>
                <a:lumOff val="0"/>
                <a:alphaOff val="-4000"/>
                <a:tint val="100000"/>
                <a:shade val="100000"/>
                <a:satMod val="129999"/>
              </a:schemeClr>
            </a:gs>
            <a:gs pos="100000">
              <a:schemeClr val="accent1">
                <a:alpha val="90000"/>
                <a:hueOff val="0"/>
                <a:satOff val="0"/>
                <a:lumOff val="0"/>
                <a:alphaOff val="-4000"/>
                <a:tint val="50000"/>
                <a:shade val="100000"/>
                <a:satMod val="350000"/>
              </a:schemeClr>
            </a:gs>
          </a:gsLst>
          <a:lin ang="162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2014" tIns="37338" rIns="37338" bIns="37338" numCol="1" spcCol="1270" anchor="ctr" anchorCtr="0">
          <a:noAutofit/>
        </a:bodyPr>
        <a:lstStyle/>
        <a:p>
          <a:pPr marL="0" lvl="0" indent="0" algn="ctr" defTabSz="1244600">
            <a:lnSpc>
              <a:spcPct val="90000"/>
            </a:lnSpc>
            <a:spcBef>
              <a:spcPct val="0"/>
            </a:spcBef>
            <a:spcAft>
              <a:spcPct val="35000"/>
            </a:spcAft>
            <a:buNone/>
          </a:pPr>
          <a:r>
            <a:rPr lang="en-GB" sz="2800" kern="1200" dirty="0"/>
            <a:t>Week 2</a:t>
          </a:r>
        </a:p>
      </dsp:txBody>
      <dsp:txXfrm>
        <a:off x="2379526" y="2216978"/>
        <a:ext cx="1317938" cy="878625"/>
      </dsp:txXfrm>
    </dsp:sp>
    <dsp:sp modelId="{3A592597-B792-0243-BF43-A33966A7E312}">
      <dsp:nvSpPr>
        <dsp:cNvPr id="0" name=""/>
        <dsp:cNvSpPr/>
      </dsp:nvSpPr>
      <dsp:spPr>
        <a:xfrm>
          <a:off x="3794607" y="2214035"/>
          <a:ext cx="2196563" cy="878625"/>
        </a:xfrm>
        <a:prstGeom prst="chevron">
          <a:avLst/>
        </a:prstGeom>
        <a:gradFill rotWithShape="0">
          <a:gsLst>
            <a:gs pos="0">
              <a:schemeClr val="accent1">
                <a:alpha val="90000"/>
                <a:hueOff val="0"/>
                <a:satOff val="0"/>
                <a:lumOff val="0"/>
                <a:alphaOff val="-8000"/>
                <a:tint val="100000"/>
                <a:shade val="100000"/>
                <a:satMod val="129999"/>
              </a:schemeClr>
            </a:gs>
            <a:gs pos="100000">
              <a:schemeClr val="accent1">
                <a:alpha val="90000"/>
                <a:hueOff val="0"/>
                <a:satOff val="0"/>
                <a:lumOff val="0"/>
                <a:alphaOff val="-8000"/>
                <a:tint val="50000"/>
                <a:shade val="100000"/>
                <a:satMod val="350000"/>
              </a:schemeClr>
            </a:gs>
          </a:gsLst>
          <a:lin ang="162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2014" tIns="37338" rIns="37338" bIns="37338" numCol="1" spcCol="1270" anchor="ctr" anchorCtr="0">
          <a:noAutofit/>
        </a:bodyPr>
        <a:lstStyle/>
        <a:p>
          <a:pPr marL="0" lvl="0" indent="0" algn="ctr" defTabSz="1244600">
            <a:lnSpc>
              <a:spcPct val="90000"/>
            </a:lnSpc>
            <a:spcBef>
              <a:spcPct val="0"/>
            </a:spcBef>
            <a:spcAft>
              <a:spcPct val="35000"/>
            </a:spcAft>
            <a:buNone/>
          </a:pPr>
          <a:r>
            <a:rPr lang="en-GB" sz="2800" kern="1200" dirty="0"/>
            <a:t>Week 3</a:t>
          </a:r>
        </a:p>
      </dsp:txBody>
      <dsp:txXfrm>
        <a:off x="4233920" y="2214035"/>
        <a:ext cx="1317938" cy="878625"/>
      </dsp:txXfrm>
    </dsp:sp>
    <dsp:sp modelId="{E0951772-393A-0047-9404-7D73C71D488F}">
      <dsp:nvSpPr>
        <dsp:cNvPr id="0" name=""/>
        <dsp:cNvSpPr/>
      </dsp:nvSpPr>
      <dsp:spPr>
        <a:xfrm>
          <a:off x="5694022" y="2217488"/>
          <a:ext cx="2196563" cy="878625"/>
        </a:xfrm>
        <a:prstGeom prst="chevron">
          <a:avLst/>
        </a:prstGeom>
        <a:gradFill rotWithShape="0">
          <a:gsLst>
            <a:gs pos="0">
              <a:schemeClr val="accent1">
                <a:alpha val="90000"/>
                <a:hueOff val="0"/>
                <a:satOff val="0"/>
                <a:lumOff val="0"/>
                <a:alphaOff val="-12000"/>
                <a:tint val="100000"/>
                <a:shade val="100000"/>
                <a:satMod val="129999"/>
              </a:schemeClr>
            </a:gs>
            <a:gs pos="100000">
              <a:schemeClr val="accent1">
                <a:alpha val="90000"/>
                <a:hueOff val="0"/>
                <a:satOff val="0"/>
                <a:lumOff val="0"/>
                <a:alphaOff val="-12000"/>
                <a:tint val="50000"/>
                <a:shade val="100000"/>
                <a:satMod val="350000"/>
              </a:schemeClr>
            </a:gs>
          </a:gsLst>
          <a:lin ang="162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2014" tIns="37338" rIns="37338" bIns="37338" numCol="1" spcCol="1270" anchor="ctr" anchorCtr="0">
          <a:noAutofit/>
        </a:bodyPr>
        <a:lstStyle/>
        <a:p>
          <a:pPr marL="0" lvl="0" indent="0" algn="ctr" defTabSz="1244600">
            <a:lnSpc>
              <a:spcPct val="90000"/>
            </a:lnSpc>
            <a:spcBef>
              <a:spcPct val="0"/>
            </a:spcBef>
            <a:spcAft>
              <a:spcPct val="35000"/>
            </a:spcAft>
            <a:buNone/>
          </a:pPr>
          <a:r>
            <a:rPr lang="en-GB" sz="2800" kern="1200" dirty="0"/>
            <a:t>Week 4</a:t>
          </a:r>
        </a:p>
      </dsp:txBody>
      <dsp:txXfrm>
        <a:off x="6133335" y="2217488"/>
        <a:ext cx="1317938" cy="878625"/>
      </dsp:txXfrm>
    </dsp:sp>
    <dsp:sp modelId="{045B42A2-2A41-E74F-BD84-4F92A32371E9}">
      <dsp:nvSpPr>
        <dsp:cNvPr id="0" name=""/>
        <dsp:cNvSpPr/>
      </dsp:nvSpPr>
      <dsp:spPr>
        <a:xfrm>
          <a:off x="7910310" y="3419931"/>
          <a:ext cx="2196563" cy="878625"/>
        </a:xfrm>
        <a:prstGeom prst="chevron">
          <a:avLst/>
        </a:prstGeom>
        <a:gradFill rotWithShape="0">
          <a:gsLst>
            <a:gs pos="0">
              <a:schemeClr val="accent1">
                <a:alpha val="90000"/>
                <a:hueOff val="0"/>
                <a:satOff val="0"/>
                <a:lumOff val="0"/>
                <a:alphaOff val="-16000"/>
                <a:tint val="100000"/>
                <a:shade val="100000"/>
                <a:satMod val="129999"/>
              </a:schemeClr>
            </a:gs>
            <a:gs pos="100000">
              <a:schemeClr val="accent1">
                <a:alpha val="90000"/>
                <a:hueOff val="0"/>
                <a:satOff val="0"/>
                <a:lumOff val="0"/>
                <a:alphaOff val="-16000"/>
                <a:tint val="50000"/>
                <a:shade val="100000"/>
                <a:satMod val="350000"/>
              </a:schemeClr>
            </a:gs>
          </a:gsLst>
          <a:lin ang="162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2014" tIns="37338" rIns="37338" bIns="37338" numCol="1" spcCol="1270" anchor="ctr" anchorCtr="0">
          <a:noAutofit/>
        </a:bodyPr>
        <a:lstStyle/>
        <a:p>
          <a:pPr marL="0" lvl="0" indent="0" algn="ctr" defTabSz="1244600">
            <a:lnSpc>
              <a:spcPct val="90000"/>
            </a:lnSpc>
            <a:spcBef>
              <a:spcPct val="0"/>
            </a:spcBef>
            <a:spcAft>
              <a:spcPct val="35000"/>
            </a:spcAft>
            <a:buNone/>
          </a:pPr>
          <a:r>
            <a:rPr lang="en-GB" sz="2800" kern="1200" dirty="0"/>
            <a:t>Week 5</a:t>
          </a:r>
        </a:p>
      </dsp:txBody>
      <dsp:txXfrm>
        <a:off x="8349623" y="3419931"/>
        <a:ext cx="1317938" cy="878625"/>
      </dsp:txXfrm>
    </dsp:sp>
    <dsp:sp modelId="{1A371F30-F3BD-9546-BBC7-A85739E9DBA5}">
      <dsp:nvSpPr>
        <dsp:cNvPr id="0" name=""/>
        <dsp:cNvSpPr/>
      </dsp:nvSpPr>
      <dsp:spPr>
        <a:xfrm>
          <a:off x="9887218" y="3419931"/>
          <a:ext cx="2196563" cy="878625"/>
        </a:xfrm>
        <a:prstGeom prst="chevron">
          <a:avLst/>
        </a:prstGeom>
        <a:gradFill rotWithShape="0">
          <a:gsLst>
            <a:gs pos="0">
              <a:schemeClr val="accent1">
                <a:alpha val="90000"/>
                <a:hueOff val="0"/>
                <a:satOff val="0"/>
                <a:lumOff val="0"/>
                <a:alphaOff val="-20000"/>
                <a:tint val="100000"/>
                <a:shade val="100000"/>
                <a:satMod val="129999"/>
              </a:schemeClr>
            </a:gs>
            <a:gs pos="100000">
              <a:schemeClr val="accent1">
                <a:alpha val="90000"/>
                <a:hueOff val="0"/>
                <a:satOff val="0"/>
                <a:lumOff val="0"/>
                <a:alphaOff val="-20000"/>
                <a:tint val="50000"/>
                <a:shade val="100000"/>
                <a:satMod val="350000"/>
              </a:schemeClr>
            </a:gs>
          </a:gsLst>
          <a:lin ang="162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2014" tIns="37338" rIns="37338" bIns="37338" numCol="1" spcCol="1270" anchor="ctr" anchorCtr="0">
          <a:noAutofit/>
        </a:bodyPr>
        <a:lstStyle/>
        <a:p>
          <a:pPr marL="0" lvl="0" indent="0" algn="ctr" defTabSz="1244600">
            <a:lnSpc>
              <a:spcPct val="90000"/>
            </a:lnSpc>
            <a:spcBef>
              <a:spcPct val="0"/>
            </a:spcBef>
            <a:spcAft>
              <a:spcPct val="35000"/>
            </a:spcAft>
            <a:buNone/>
          </a:pPr>
          <a:r>
            <a:rPr lang="en-GB" sz="2800" kern="1200" dirty="0"/>
            <a:t>Week 6</a:t>
          </a:r>
        </a:p>
      </dsp:txBody>
      <dsp:txXfrm>
        <a:off x="10326531" y="3419931"/>
        <a:ext cx="1317938" cy="878625"/>
      </dsp:txXfrm>
    </dsp:sp>
    <dsp:sp modelId="{6F4B3A69-AE5B-F746-BAE4-AE1A059C75C4}">
      <dsp:nvSpPr>
        <dsp:cNvPr id="0" name=""/>
        <dsp:cNvSpPr/>
      </dsp:nvSpPr>
      <dsp:spPr>
        <a:xfrm>
          <a:off x="11864125" y="3419931"/>
          <a:ext cx="2196563" cy="878625"/>
        </a:xfrm>
        <a:prstGeom prst="chevron">
          <a:avLst/>
        </a:prstGeom>
        <a:gradFill rotWithShape="0">
          <a:gsLst>
            <a:gs pos="0">
              <a:schemeClr val="accent1">
                <a:alpha val="90000"/>
                <a:hueOff val="0"/>
                <a:satOff val="0"/>
                <a:lumOff val="0"/>
                <a:alphaOff val="-24000"/>
                <a:tint val="100000"/>
                <a:shade val="100000"/>
                <a:satMod val="129999"/>
              </a:schemeClr>
            </a:gs>
            <a:gs pos="100000">
              <a:schemeClr val="accent1">
                <a:alpha val="90000"/>
                <a:hueOff val="0"/>
                <a:satOff val="0"/>
                <a:lumOff val="0"/>
                <a:alphaOff val="-24000"/>
                <a:tint val="50000"/>
                <a:shade val="100000"/>
                <a:satMod val="350000"/>
              </a:schemeClr>
            </a:gs>
          </a:gsLst>
          <a:lin ang="162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2014" tIns="37338" rIns="37338" bIns="37338" numCol="1" spcCol="1270" anchor="ctr" anchorCtr="0">
          <a:noAutofit/>
        </a:bodyPr>
        <a:lstStyle/>
        <a:p>
          <a:pPr marL="0" lvl="0" indent="0" algn="ctr" defTabSz="1244600">
            <a:lnSpc>
              <a:spcPct val="90000"/>
            </a:lnSpc>
            <a:spcBef>
              <a:spcPct val="0"/>
            </a:spcBef>
            <a:spcAft>
              <a:spcPct val="35000"/>
            </a:spcAft>
            <a:buNone/>
          </a:pPr>
          <a:r>
            <a:rPr lang="en-GB" sz="2800" kern="1200" dirty="0"/>
            <a:t>Week 7</a:t>
          </a:r>
        </a:p>
      </dsp:txBody>
      <dsp:txXfrm>
        <a:off x="12303438" y="3419931"/>
        <a:ext cx="1317938" cy="878625"/>
      </dsp:txXfrm>
    </dsp:sp>
    <dsp:sp modelId="{D7152B10-C1C0-724D-A1D5-CD4A151BD2F3}">
      <dsp:nvSpPr>
        <dsp:cNvPr id="0" name=""/>
        <dsp:cNvSpPr/>
      </dsp:nvSpPr>
      <dsp:spPr>
        <a:xfrm>
          <a:off x="13841032" y="3419931"/>
          <a:ext cx="2196563" cy="878625"/>
        </a:xfrm>
        <a:prstGeom prst="chevron">
          <a:avLst/>
        </a:prstGeom>
        <a:gradFill rotWithShape="0">
          <a:gsLst>
            <a:gs pos="0">
              <a:schemeClr val="accent1">
                <a:alpha val="90000"/>
                <a:hueOff val="0"/>
                <a:satOff val="0"/>
                <a:lumOff val="0"/>
                <a:alphaOff val="-28000"/>
                <a:tint val="100000"/>
                <a:shade val="100000"/>
                <a:satMod val="129999"/>
              </a:schemeClr>
            </a:gs>
            <a:gs pos="100000">
              <a:schemeClr val="accent1">
                <a:alpha val="90000"/>
                <a:hueOff val="0"/>
                <a:satOff val="0"/>
                <a:lumOff val="0"/>
                <a:alphaOff val="-28000"/>
                <a:tint val="50000"/>
                <a:shade val="100000"/>
                <a:satMod val="350000"/>
              </a:schemeClr>
            </a:gs>
          </a:gsLst>
          <a:lin ang="162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2014" tIns="37338" rIns="37338" bIns="37338" numCol="1" spcCol="1270" anchor="ctr" anchorCtr="0">
          <a:noAutofit/>
        </a:bodyPr>
        <a:lstStyle/>
        <a:p>
          <a:pPr marL="0" lvl="0" indent="0" algn="ctr" defTabSz="1244600">
            <a:lnSpc>
              <a:spcPct val="90000"/>
            </a:lnSpc>
            <a:spcBef>
              <a:spcPct val="0"/>
            </a:spcBef>
            <a:spcAft>
              <a:spcPct val="35000"/>
            </a:spcAft>
            <a:buNone/>
          </a:pPr>
          <a:r>
            <a:rPr lang="en-GB" sz="2800" kern="1200" dirty="0"/>
            <a:t>Week 8</a:t>
          </a:r>
        </a:p>
      </dsp:txBody>
      <dsp:txXfrm>
        <a:off x="14280345" y="3419931"/>
        <a:ext cx="1317938" cy="878625"/>
      </dsp:txXfrm>
    </dsp:sp>
    <dsp:sp modelId="{098AFD9B-A3A4-A34A-A5E4-E334D64AFEDD}">
      <dsp:nvSpPr>
        <dsp:cNvPr id="0" name=""/>
        <dsp:cNvSpPr/>
      </dsp:nvSpPr>
      <dsp:spPr>
        <a:xfrm>
          <a:off x="15817939" y="3419931"/>
          <a:ext cx="2196563" cy="878625"/>
        </a:xfrm>
        <a:prstGeom prst="chevron">
          <a:avLst/>
        </a:prstGeom>
        <a:gradFill rotWithShape="0">
          <a:gsLst>
            <a:gs pos="0">
              <a:schemeClr val="accent1">
                <a:alpha val="90000"/>
                <a:hueOff val="0"/>
                <a:satOff val="0"/>
                <a:lumOff val="0"/>
                <a:alphaOff val="-32000"/>
                <a:tint val="100000"/>
                <a:shade val="100000"/>
                <a:satMod val="129999"/>
              </a:schemeClr>
            </a:gs>
            <a:gs pos="100000">
              <a:schemeClr val="accent1">
                <a:alpha val="90000"/>
                <a:hueOff val="0"/>
                <a:satOff val="0"/>
                <a:lumOff val="0"/>
                <a:alphaOff val="-32000"/>
                <a:tint val="50000"/>
                <a:shade val="100000"/>
                <a:satMod val="350000"/>
              </a:schemeClr>
            </a:gs>
          </a:gsLst>
          <a:lin ang="162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2014" tIns="37338" rIns="37338" bIns="37338" numCol="1" spcCol="1270" anchor="ctr" anchorCtr="0">
          <a:noAutofit/>
        </a:bodyPr>
        <a:lstStyle/>
        <a:p>
          <a:pPr marL="0" lvl="0" indent="0" algn="ctr" defTabSz="1244600">
            <a:lnSpc>
              <a:spcPct val="90000"/>
            </a:lnSpc>
            <a:spcBef>
              <a:spcPct val="0"/>
            </a:spcBef>
            <a:spcAft>
              <a:spcPct val="35000"/>
            </a:spcAft>
            <a:buNone/>
          </a:pPr>
          <a:r>
            <a:rPr lang="en-GB" sz="2800" kern="1200" dirty="0"/>
            <a:t>Week 9</a:t>
          </a:r>
        </a:p>
      </dsp:txBody>
      <dsp:txXfrm>
        <a:off x="16257252" y="3419931"/>
        <a:ext cx="1317938" cy="878625"/>
      </dsp:txXfrm>
    </dsp:sp>
    <dsp:sp modelId="{8403064A-365B-5F49-AFA7-1150919E6F4D}">
      <dsp:nvSpPr>
        <dsp:cNvPr id="0" name=""/>
        <dsp:cNvSpPr/>
      </dsp:nvSpPr>
      <dsp:spPr>
        <a:xfrm>
          <a:off x="17794847" y="3419931"/>
          <a:ext cx="2196563" cy="878625"/>
        </a:xfrm>
        <a:prstGeom prst="chevron">
          <a:avLst/>
        </a:prstGeom>
        <a:gradFill rotWithShape="0">
          <a:gsLst>
            <a:gs pos="0">
              <a:schemeClr val="accent1">
                <a:alpha val="90000"/>
                <a:hueOff val="0"/>
                <a:satOff val="0"/>
                <a:lumOff val="0"/>
                <a:alphaOff val="-36000"/>
                <a:tint val="100000"/>
                <a:shade val="100000"/>
                <a:satMod val="129999"/>
              </a:schemeClr>
            </a:gs>
            <a:gs pos="100000">
              <a:schemeClr val="accent1">
                <a:alpha val="90000"/>
                <a:hueOff val="0"/>
                <a:satOff val="0"/>
                <a:lumOff val="0"/>
                <a:alphaOff val="-36000"/>
                <a:tint val="50000"/>
                <a:shade val="100000"/>
                <a:satMod val="350000"/>
              </a:schemeClr>
            </a:gs>
          </a:gsLst>
          <a:lin ang="162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2014" tIns="37338" rIns="37338" bIns="37338" numCol="1" spcCol="1270" anchor="ctr" anchorCtr="0">
          <a:noAutofit/>
        </a:bodyPr>
        <a:lstStyle/>
        <a:p>
          <a:pPr marL="0" lvl="0" indent="0" algn="ctr" defTabSz="1244600">
            <a:lnSpc>
              <a:spcPct val="90000"/>
            </a:lnSpc>
            <a:spcBef>
              <a:spcPct val="0"/>
            </a:spcBef>
            <a:spcAft>
              <a:spcPct val="35000"/>
            </a:spcAft>
            <a:buNone/>
          </a:pPr>
          <a:r>
            <a:rPr lang="en-GB" sz="2800" kern="1200" dirty="0"/>
            <a:t>Week 10</a:t>
          </a:r>
        </a:p>
      </dsp:txBody>
      <dsp:txXfrm>
        <a:off x="18234160" y="3419931"/>
        <a:ext cx="1317938" cy="878625"/>
      </dsp:txXfrm>
    </dsp:sp>
    <dsp:sp modelId="{BCD142C3-C9B0-7747-85C2-C3BF5C326336}">
      <dsp:nvSpPr>
        <dsp:cNvPr id="0" name=""/>
        <dsp:cNvSpPr/>
      </dsp:nvSpPr>
      <dsp:spPr>
        <a:xfrm>
          <a:off x="19771754" y="3419931"/>
          <a:ext cx="2196563" cy="878625"/>
        </a:xfrm>
        <a:prstGeom prst="chevron">
          <a:avLst/>
        </a:prstGeom>
        <a:gradFill rotWithShape="0">
          <a:gsLst>
            <a:gs pos="0">
              <a:schemeClr val="accent1">
                <a:alpha val="90000"/>
                <a:hueOff val="0"/>
                <a:satOff val="0"/>
                <a:lumOff val="0"/>
                <a:alphaOff val="-40000"/>
                <a:tint val="100000"/>
                <a:shade val="100000"/>
                <a:satMod val="129999"/>
              </a:schemeClr>
            </a:gs>
            <a:gs pos="100000">
              <a:schemeClr val="accent1">
                <a:alpha val="90000"/>
                <a:hueOff val="0"/>
                <a:satOff val="0"/>
                <a:lumOff val="0"/>
                <a:alphaOff val="-40000"/>
                <a:tint val="50000"/>
                <a:shade val="100000"/>
                <a:satMod val="350000"/>
              </a:schemeClr>
            </a:gs>
          </a:gsLst>
          <a:lin ang="162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2014" tIns="37338" rIns="37338" bIns="37338" numCol="1" spcCol="1270" anchor="ctr" anchorCtr="0">
          <a:noAutofit/>
        </a:bodyPr>
        <a:lstStyle/>
        <a:p>
          <a:pPr marL="0" lvl="0" indent="0" algn="ctr" defTabSz="1244600">
            <a:lnSpc>
              <a:spcPct val="90000"/>
            </a:lnSpc>
            <a:spcBef>
              <a:spcPct val="0"/>
            </a:spcBef>
            <a:spcAft>
              <a:spcPct val="35000"/>
            </a:spcAft>
            <a:buNone/>
          </a:pPr>
          <a:r>
            <a:rPr lang="en-GB" sz="2800" kern="1200" dirty="0"/>
            <a:t>Week 11</a:t>
          </a:r>
        </a:p>
      </dsp:txBody>
      <dsp:txXfrm>
        <a:off x="20211067" y="3419931"/>
        <a:ext cx="1317938" cy="878625"/>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51" name="Shape 151"/>
          <p:cNvSpPr>
            <a:spLocks noGrp="1" noRot="1" noChangeAspect="1"/>
          </p:cNvSpPr>
          <p:nvPr>
            <p:ph type="sldImg"/>
          </p:nvPr>
        </p:nvSpPr>
        <p:spPr>
          <a:xfrm>
            <a:off x="1143000" y="685800"/>
            <a:ext cx="4572000" cy="3429000"/>
          </a:xfrm>
          <a:prstGeom prst="rect">
            <a:avLst/>
          </a:prstGeom>
        </p:spPr>
        <p:txBody>
          <a:bodyPr/>
          <a:lstStyle/>
          <a:p>
            <a:endParaRPr/>
          </a:p>
        </p:txBody>
      </p:sp>
      <p:sp>
        <p:nvSpPr>
          <p:cNvPr id="152" name="Shape 15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8185180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159959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AU" b="1" dirty="0"/>
              <a:t>Reminder from last week’s DESN Workshop.  If you didn’t get around to testing a low fidelity prototype based on an Epic, then you might do that today based on one of the examples on the left.  If you did then you might use that to start informing your Figma prototype. </a:t>
            </a:r>
          </a:p>
        </p:txBody>
      </p:sp>
    </p:spTree>
    <p:extLst>
      <p:ext uri="{BB962C8B-B14F-4D97-AF65-F5344CB8AC3E}">
        <p14:creationId xmlns:p14="http://schemas.microsoft.com/office/powerpoint/2010/main" val="21947593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In this 50mins, you might finish off putting Epics, User Stories and User Activities into Releases etc. on Jira, or if you have completed that (well done!) then you might be refining your Prelim Report and showing me a copy for recommendations on how to improve. OR if you are confident in that, continue with your Prototypes! </a:t>
            </a:r>
          </a:p>
        </p:txBody>
      </p:sp>
    </p:spTree>
    <p:extLst>
      <p:ext uri="{BB962C8B-B14F-4D97-AF65-F5344CB8AC3E}">
        <p14:creationId xmlns:p14="http://schemas.microsoft.com/office/powerpoint/2010/main" val="24849401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0" i="1" dirty="0"/>
              <a:t>Leave 5mins for this again, Show them that there is no workshop in Flex Week (Week 6).</a:t>
            </a:r>
          </a:p>
        </p:txBody>
      </p:sp>
    </p:spTree>
    <p:extLst>
      <p:ext uri="{BB962C8B-B14F-4D97-AF65-F5344CB8AC3E}">
        <p14:creationId xmlns:p14="http://schemas.microsoft.com/office/powerpoint/2010/main" val="25098761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p:bg>
      <p:bgPr>
        <a:solidFill>
          <a:srgbClr val="FFFFFF"/>
        </a:solidFill>
        <a:effectLst/>
      </p:bgPr>
    </p:bg>
    <p:spTree>
      <p:nvGrpSpPr>
        <p:cNvPr id="1" name=""/>
        <p:cNvGrpSpPr/>
        <p:nvPr/>
      </p:nvGrpSpPr>
      <p:grpSpPr>
        <a:xfrm>
          <a:off x="0" y="0"/>
          <a:ext cx="0" cy="0"/>
          <a:chOff x="0" y="0"/>
          <a:chExt cx="0" cy="0"/>
        </a:xfrm>
      </p:grpSpPr>
      <p:pic>
        <p:nvPicPr>
          <p:cNvPr id="11" name="desn2000-background.png" descr="desn2000-background.png"/>
          <p:cNvPicPr>
            <a:picLocks noChangeAspect="1"/>
          </p:cNvPicPr>
          <p:nvPr/>
        </p:nvPicPr>
        <p:blipFill>
          <a:blip r:embed="rId2"/>
          <a:stretch>
            <a:fillRect/>
          </a:stretch>
        </p:blipFill>
        <p:spPr>
          <a:xfrm>
            <a:off x="-60205" y="-1399337"/>
            <a:ext cx="24504410" cy="16514674"/>
          </a:xfrm>
          <a:prstGeom prst="rect">
            <a:avLst/>
          </a:prstGeom>
          <a:ln w="12700">
            <a:miter lim="400000"/>
          </a:ln>
        </p:spPr>
      </p:pic>
      <p:sp>
        <p:nvSpPr>
          <p:cNvPr id="12" name="Author and Date"/>
          <p:cNvSpPr txBox="1">
            <a:spLocks noGrp="1"/>
          </p:cNvSpPr>
          <p:nvPr>
            <p:ph type="body" sz="quarter" idx="21" hasCustomPrompt="1"/>
          </p:nvPr>
        </p:nvSpPr>
        <p:spPr>
          <a:xfrm>
            <a:off x="1201340" y="11859862"/>
            <a:ext cx="21971003" cy="636979"/>
          </a:xfrm>
          <a:prstGeom prst="rect">
            <a:avLst/>
          </a:prstGeom>
        </p:spPr>
        <p:txBody>
          <a:bodyPr lIns="45719" tIns="45719" rIns="45719" bIns="45719"/>
          <a:lstStyle>
            <a:lvl1pPr marL="0" indent="0" defTabSz="825500">
              <a:lnSpc>
                <a:spcPct val="100000"/>
              </a:lnSpc>
              <a:spcBef>
                <a:spcPts val="0"/>
              </a:spcBef>
              <a:buSzTx/>
              <a:buNone/>
              <a:defRPr sz="3600">
                <a:solidFill>
                  <a:srgbClr val="000000"/>
                </a:solidFill>
                <a:latin typeface="+mn-lt"/>
                <a:ea typeface="+mn-ea"/>
                <a:cs typeface="+mn-cs"/>
                <a:sym typeface="Clancy Bold"/>
              </a:defRPr>
            </a:lvl1pPr>
          </a:lstStyle>
          <a:p>
            <a:r>
              <a:t>Author and Date</a:t>
            </a:r>
          </a:p>
        </p:txBody>
      </p:sp>
      <p:sp>
        <p:nvSpPr>
          <p:cNvPr id="13" name="Presentation Title"/>
          <p:cNvSpPr txBox="1">
            <a:spLocks noGrp="1"/>
          </p:cNvSpPr>
          <p:nvPr>
            <p:ph type="title" hasCustomPrompt="1"/>
          </p:nvPr>
        </p:nvSpPr>
        <p:spPr>
          <a:xfrm>
            <a:off x="1206496" y="2574991"/>
            <a:ext cx="21971004" cy="4648201"/>
          </a:xfrm>
          <a:prstGeom prst="rect">
            <a:avLst/>
          </a:prstGeom>
        </p:spPr>
        <p:txBody>
          <a:bodyPr anchor="b"/>
          <a:lstStyle>
            <a:lvl1pPr>
              <a:defRPr sz="11600" spc="-232">
                <a:solidFill>
                  <a:srgbClr val="000000"/>
                </a:solidFill>
              </a:defRPr>
            </a:lvl1pPr>
          </a:lstStyle>
          <a:p>
            <a:r>
              <a:t>Presentation Title</a:t>
            </a:r>
          </a:p>
        </p:txBody>
      </p:sp>
      <p:sp>
        <p:nvSpPr>
          <p:cNvPr id="14" name="Body Level One…"/>
          <p:cNvSpPr txBox="1">
            <a:spLocks noGrp="1"/>
          </p:cNvSpPr>
          <p:nvPr>
            <p:ph type="body" sz="quarter" idx="1" hasCustomPrompt="1"/>
          </p:nvPr>
        </p:nvSpPr>
        <p:spPr>
          <a:xfrm>
            <a:off x="1201342" y="7223190"/>
            <a:ext cx="21971001" cy="1905001"/>
          </a:xfrm>
          <a:prstGeom prst="rect">
            <a:avLst/>
          </a:prstGeom>
        </p:spPr>
        <p:txBody>
          <a:bodyPr/>
          <a:lstStyle>
            <a:lvl1pPr marL="0" indent="0" defTabSz="825500">
              <a:lnSpc>
                <a:spcPct val="100000"/>
              </a:lnSpc>
              <a:spcBef>
                <a:spcPts val="0"/>
              </a:spcBef>
              <a:buSzTx/>
              <a:buNone/>
              <a:defRPr sz="5500">
                <a:latin typeface="Clancy Light"/>
                <a:ea typeface="Clancy Light"/>
                <a:cs typeface="Clancy Light"/>
                <a:sym typeface="Clancy Light"/>
              </a:defRPr>
            </a:lvl1pPr>
            <a:lvl2pPr marL="0" indent="0" defTabSz="825500">
              <a:lnSpc>
                <a:spcPct val="100000"/>
              </a:lnSpc>
              <a:spcBef>
                <a:spcPts val="0"/>
              </a:spcBef>
              <a:buSzTx/>
              <a:buNone/>
              <a:defRPr sz="5500">
                <a:latin typeface="Clancy Light"/>
                <a:ea typeface="Clancy Light"/>
                <a:cs typeface="Clancy Light"/>
                <a:sym typeface="Clancy Light"/>
              </a:defRPr>
            </a:lvl2pPr>
            <a:lvl3pPr marL="0" indent="0" defTabSz="825500">
              <a:lnSpc>
                <a:spcPct val="100000"/>
              </a:lnSpc>
              <a:spcBef>
                <a:spcPts val="0"/>
              </a:spcBef>
              <a:buSzTx/>
              <a:buNone/>
              <a:defRPr sz="5500">
                <a:latin typeface="Clancy Light"/>
                <a:ea typeface="Clancy Light"/>
                <a:cs typeface="Clancy Light"/>
                <a:sym typeface="Clancy Light"/>
              </a:defRPr>
            </a:lvl3pPr>
            <a:lvl4pPr marL="0" indent="0" defTabSz="825500">
              <a:lnSpc>
                <a:spcPct val="100000"/>
              </a:lnSpc>
              <a:spcBef>
                <a:spcPts val="0"/>
              </a:spcBef>
              <a:buSzTx/>
              <a:buNone/>
              <a:defRPr sz="5500">
                <a:latin typeface="Clancy Light"/>
                <a:ea typeface="Clancy Light"/>
                <a:cs typeface="Clancy Light"/>
                <a:sym typeface="Clancy Light"/>
              </a:defRPr>
            </a:lvl4pPr>
            <a:lvl5pPr marL="0" indent="0" defTabSz="825500">
              <a:lnSpc>
                <a:spcPct val="100000"/>
              </a:lnSpc>
              <a:spcBef>
                <a:spcPts val="0"/>
              </a:spcBef>
              <a:buSzTx/>
              <a:buNone/>
              <a:defRPr sz="5500">
                <a:latin typeface="Clancy Light"/>
                <a:ea typeface="Clancy Light"/>
                <a:cs typeface="Clancy Light"/>
                <a:sym typeface="Clancy Light"/>
              </a:defRPr>
            </a:lvl5pPr>
          </a:lstStyle>
          <a:p>
            <a:r>
              <a:t>Presentation Subtitle</a:t>
            </a:r>
          </a:p>
          <a:p>
            <a:pPr lvl="1"/>
            <a:endParaRPr/>
          </a:p>
          <a:p>
            <a:pPr lvl="2"/>
            <a:endParaRPr/>
          </a:p>
          <a:p>
            <a:pPr lvl="3"/>
            <a:endParaRPr/>
          </a:p>
          <a:p>
            <a:pPr lvl="4"/>
            <a:endParaRPr/>
          </a:p>
        </p:txBody>
      </p:sp>
      <p:sp>
        <p:nvSpPr>
          <p:cNvPr id="1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mp; Photo">
    <p:bg>
      <p:bgPr>
        <a:solidFill>
          <a:srgbClr val="FFFFFF"/>
        </a:solidFill>
        <a:effectLst/>
      </p:bgPr>
    </p:bg>
    <p:spTree>
      <p:nvGrpSpPr>
        <p:cNvPr id="1" name=""/>
        <p:cNvGrpSpPr/>
        <p:nvPr/>
      </p:nvGrpSpPr>
      <p:grpSpPr>
        <a:xfrm>
          <a:off x="0" y="0"/>
          <a:ext cx="0" cy="0"/>
          <a:chOff x="0" y="0"/>
          <a:chExt cx="0" cy="0"/>
        </a:xfrm>
      </p:grpSpPr>
      <p:sp>
        <p:nvSpPr>
          <p:cNvPr id="22" name="666699290_02_crop_3159x1892.jpg"/>
          <p:cNvSpPr>
            <a:spLocks noGrp="1"/>
          </p:cNvSpPr>
          <p:nvPr>
            <p:ph type="pic" idx="21"/>
          </p:nvPr>
        </p:nvSpPr>
        <p:spPr>
          <a:xfrm>
            <a:off x="-1155700" y="-1295400"/>
            <a:ext cx="26746200" cy="16018933"/>
          </a:xfrm>
          <a:prstGeom prst="rect">
            <a:avLst/>
          </a:prstGeom>
        </p:spPr>
        <p:txBody>
          <a:bodyPr lIns="91439" tIns="45719" rIns="91439" bIns="45719">
            <a:noAutofit/>
          </a:bodyPr>
          <a:lstStyle/>
          <a:p>
            <a:endParaRPr/>
          </a:p>
        </p:txBody>
      </p:sp>
      <p:sp>
        <p:nvSpPr>
          <p:cNvPr id="23" name="Presentation Title"/>
          <p:cNvSpPr txBox="1">
            <a:spLocks noGrp="1"/>
          </p:cNvSpPr>
          <p:nvPr>
            <p:ph type="title" hasCustomPrompt="1"/>
          </p:nvPr>
        </p:nvSpPr>
        <p:spPr>
          <a:xfrm>
            <a:off x="1206500" y="7124700"/>
            <a:ext cx="21971000" cy="4648200"/>
          </a:xfrm>
          <a:prstGeom prst="rect">
            <a:avLst/>
          </a:prstGeom>
        </p:spPr>
        <p:txBody>
          <a:bodyPr anchor="b"/>
          <a:lstStyle>
            <a:lvl1pPr>
              <a:defRPr sz="11600" spc="-232">
                <a:solidFill>
                  <a:srgbClr val="000000"/>
                </a:solidFill>
              </a:defRPr>
            </a:lvl1pPr>
          </a:lstStyle>
          <a:p>
            <a:r>
              <a:t>Presentation Title</a:t>
            </a:r>
          </a:p>
        </p:txBody>
      </p:sp>
      <p:sp>
        <p:nvSpPr>
          <p:cNvPr id="24" name="Author and Date"/>
          <p:cNvSpPr txBox="1">
            <a:spLocks noGrp="1"/>
          </p:cNvSpPr>
          <p:nvPr>
            <p:ph type="body" sz="quarter" idx="22" hasCustomPrompt="1"/>
          </p:nvPr>
        </p:nvSpPr>
        <p:spPr>
          <a:xfrm>
            <a:off x="1207690" y="1106137"/>
            <a:ext cx="21968621" cy="636979"/>
          </a:xfrm>
          <a:prstGeom prst="rect">
            <a:avLst/>
          </a:prstGeom>
        </p:spPr>
        <p:txBody>
          <a:bodyPr lIns="45719" tIns="45719" rIns="45719" bIns="45719"/>
          <a:lstStyle>
            <a:lvl1pPr marL="0" indent="0" defTabSz="825500">
              <a:lnSpc>
                <a:spcPct val="100000"/>
              </a:lnSpc>
              <a:spcBef>
                <a:spcPts val="0"/>
              </a:spcBef>
              <a:buSzTx/>
              <a:buNone/>
              <a:defRPr sz="3600">
                <a:solidFill>
                  <a:srgbClr val="000000"/>
                </a:solidFill>
                <a:latin typeface="+mn-lt"/>
                <a:ea typeface="+mn-ea"/>
                <a:cs typeface="+mn-cs"/>
                <a:sym typeface="Clancy Bold"/>
              </a:defRPr>
            </a:lvl1pPr>
          </a:lstStyle>
          <a:p>
            <a:r>
              <a:t>Author and Date</a:t>
            </a:r>
          </a:p>
        </p:txBody>
      </p:sp>
      <p:sp>
        <p:nvSpPr>
          <p:cNvPr id="25" name="Body Level One…"/>
          <p:cNvSpPr txBox="1">
            <a:spLocks noGrp="1"/>
          </p:cNvSpPr>
          <p:nvPr>
            <p:ph type="body" sz="quarter" idx="1" hasCustomPrompt="1"/>
          </p:nvPr>
        </p:nvSpPr>
        <p:spPr>
          <a:xfrm>
            <a:off x="1206500" y="11609910"/>
            <a:ext cx="21971000" cy="1116952"/>
          </a:xfrm>
          <a:prstGeom prst="rect">
            <a:avLst/>
          </a:prstGeom>
        </p:spPr>
        <p:txBody>
          <a:bodyPr/>
          <a:lstStyle>
            <a:lvl1pPr marL="0" indent="0" defTabSz="825500">
              <a:lnSpc>
                <a:spcPct val="100000"/>
              </a:lnSpc>
              <a:spcBef>
                <a:spcPts val="0"/>
              </a:spcBef>
              <a:buSzTx/>
              <a:buNone/>
              <a:defRPr sz="5500">
                <a:latin typeface="Clancy Light"/>
                <a:ea typeface="Clancy Light"/>
                <a:cs typeface="Clancy Light"/>
                <a:sym typeface="Clancy Light"/>
              </a:defRPr>
            </a:lvl1pPr>
            <a:lvl2pPr marL="0" indent="0" defTabSz="825500">
              <a:lnSpc>
                <a:spcPct val="100000"/>
              </a:lnSpc>
              <a:spcBef>
                <a:spcPts val="0"/>
              </a:spcBef>
              <a:buSzTx/>
              <a:buNone/>
              <a:defRPr sz="5500">
                <a:latin typeface="Clancy Light"/>
                <a:ea typeface="Clancy Light"/>
                <a:cs typeface="Clancy Light"/>
                <a:sym typeface="Clancy Light"/>
              </a:defRPr>
            </a:lvl2pPr>
            <a:lvl3pPr marL="0" indent="0" defTabSz="825500">
              <a:lnSpc>
                <a:spcPct val="100000"/>
              </a:lnSpc>
              <a:spcBef>
                <a:spcPts val="0"/>
              </a:spcBef>
              <a:buSzTx/>
              <a:buNone/>
              <a:defRPr sz="5500">
                <a:latin typeface="Clancy Light"/>
                <a:ea typeface="Clancy Light"/>
                <a:cs typeface="Clancy Light"/>
                <a:sym typeface="Clancy Light"/>
              </a:defRPr>
            </a:lvl3pPr>
            <a:lvl4pPr marL="0" indent="0" defTabSz="825500">
              <a:lnSpc>
                <a:spcPct val="100000"/>
              </a:lnSpc>
              <a:spcBef>
                <a:spcPts val="0"/>
              </a:spcBef>
              <a:buSzTx/>
              <a:buNone/>
              <a:defRPr sz="5500">
                <a:latin typeface="Clancy Light"/>
                <a:ea typeface="Clancy Light"/>
                <a:cs typeface="Clancy Light"/>
                <a:sym typeface="Clancy Light"/>
              </a:defRPr>
            </a:lvl4pPr>
            <a:lvl5pPr marL="0" indent="0" defTabSz="825500">
              <a:lnSpc>
                <a:spcPct val="100000"/>
              </a:lnSpc>
              <a:spcBef>
                <a:spcPts val="0"/>
              </a:spcBef>
              <a:buSzTx/>
              <a:buNone/>
              <a:defRPr sz="5500">
                <a:latin typeface="Clancy Light"/>
                <a:ea typeface="Clancy Light"/>
                <a:cs typeface="Clancy Light"/>
                <a:sym typeface="Clancy Light"/>
              </a:defRPr>
            </a:lvl5pPr>
          </a:lstStyle>
          <a:p>
            <a:r>
              <a:t>Presentation Subtitle</a:t>
            </a:r>
          </a:p>
          <a:p>
            <a:pPr lvl="1"/>
            <a:endParaRPr/>
          </a:p>
          <a:p>
            <a:pPr lvl="2"/>
            <a:endParaRPr/>
          </a:p>
          <a:p>
            <a:pPr lvl="3"/>
            <a:endParaRPr/>
          </a:p>
          <a:p>
            <a:pPr lvl="4"/>
            <a:endParaRPr/>
          </a:p>
        </p:txBody>
      </p:sp>
      <p:sp>
        <p:nvSpPr>
          <p:cNvPr id="2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amp; Photo Alt">
    <p:bg>
      <p:bgPr>
        <a:solidFill>
          <a:srgbClr val="FFFFFF"/>
        </a:solidFill>
        <a:effectLst/>
      </p:bgPr>
    </p:bg>
    <p:spTree>
      <p:nvGrpSpPr>
        <p:cNvPr id="1" name=""/>
        <p:cNvGrpSpPr/>
        <p:nvPr/>
      </p:nvGrpSpPr>
      <p:grpSpPr>
        <a:xfrm>
          <a:off x="0" y="0"/>
          <a:ext cx="0" cy="0"/>
          <a:chOff x="0" y="0"/>
          <a:chExt cx="0" cy="0"/>
        </a:xfrm>
      </p:grpSpPr>
      <p:sp>
        <p:nvSpPr>
          <p:cNvPr id="33" name="910457886_1434x1669.jpg"/>
          <p:cNvSpPr>
            <a:spLocks noGrp="1"/>
          </p:cNvSpPr>
          <p:nvPr>
            <p:ph type="pic" idx="21"/>
          </p:nvPr>
        </p:nvSpPr>
        <p:spPr>
          <a:xfrm>
            <a:off x="10972800" y="-203200"/>
            <a:ext cx="12144837" cy="14135100"/>
          </a:xfrm>
          <a:prstGeom prst="rect">
            <a:avLst/>
          </a:prstGeom>
        </p:spPr>
        <p:txBody>
          <a:bodyPr lIns="91439" tIns="45719" rIns="91439" bIns="45719">
            <a:noAutofit/>
          </a:bodyPr>
          <a:lstStyle/>
          <a:p>
            <a:endParaRPr/>
          </a:p>
        </p:txBody>
      </p:sp>
      <p:sp>
        <p:nvSpPr>
          <p:cNvPr id="34" name="Slide Title"/>
          <p:cNvSpPr txBox="1">
            <a:spLocks noGrp="1"/>
          </p:cNvSpPr>
          <p:nvPr>
            <p:ph type="title" hasCustomPrompt="1"/>
          </p:nvPr>
        </p:nvSpPr>
        <p:spPr>
          <a:xfrm>
            <a:off x="1206500" y="1270000"/>
            <a:ext cx="9779000" cy="5882273"/>
          </a:xfrm>
          <a:prstGeom prst="rect">
            <a:avLst/>
          </a:prstGeom>
        </p:spPr>
        <p:txBody>
          <a:bodyPr anchor="b"/>
          <a:lstStyle/>
          <a:p>
            <a:r>
              <a:t>Slide Title</a:t>
            </a:r>
          </a:p>
        </p:txBody>
      </p:sp>
      <p:sp>
        <p:nvSpPr>
          <p:cNvPr id="35" name="Body Level One…"/>
          <p:cNvSpPr txBox="1">
            <a:spLocks noGrp="1"/>
          </p:cNvSpPr>
          <p:nvPr>
            <p:ph type="body" sz="quarter" idx="1" hasCustomPrompt="1"/>
          </p:nvPr>
        </p:nvSpPr>
        <p:spPr>
          <a:xfrm>
            <a:off x="1206500" y="7060576"/>
            <a:ext cx="9779000" cy="5385424"/>
          </a:xfrm>
          <a:prstGeom prst="rect">
            <a:avLst/>
          </a:prstGeom>
        </p:spPr>
        <p:txBody>
          <a:bodyPr/>
          <a:lstStyle>
            <a:lvl1pPr marL="0" indent="0" defTabSz="825500">
              <a:lnSpc>
                <a:spcPct val="100000"/>
              </a:lnSpc>
              <a:spcBef>
                <a:spcPts val="0"/>
              </a:spcBef>
              <a:buSzTx/>
              <a:buNone/>
              <a:defRPr sz="5500">
                <a:latin typeface="Clancy Light"/>
                <a:ea typeface="Clancy Light"/>
                <a:cs typeface="Clancy Light"/>
                <a:sym typeface="Clancy Light"/>
              </a:defRPr>
            </a:lvl1pPr>
            <a:lvl2pPr marL="0" indent="0" defTabSz="825500">
              <a:lnSpc>
                <a:spcPct val="100000"/>
              </a:lnSpc>
              <a:spcBef>
                <a:spcPts val="0"/>
              </a:spcBef>
              <a:buSzTx/>
              <a:buNone/>
              <a:defRPr sz="5500">
                <a:latin typeface="Clancy Light"/>
                <a:ea typeface="Clancy Light"/>
                <a:cs typeface="Clancy Light"/>
                <a:sym typeface="Clancy Light"/>
              </a:defRPr>
            </a:lvl2pPr>
            <a:lvl3pPr marL="0" indent="0" defTabSz="825500">
              <a:lnSpc>
                <a:spcPct val="100000"/>
              </a:lnSpc>
              <a:spcBef>
                <a:spcPts val="0"/>
              </a:spcBef>
              <a:buSzTx/>
              <a:buNone/>
              <a:defRPr sz="5500">
                <a:latin typeface="Clancy Light"/>
                <a:ea typeface="Clancy Light"/>
                <a:cs typeface="Clancy Light"/>
                <a:sym typeface="Clancy Light"/>
              </a:defRPr>
            </a:lvl3pPr>
            <a:lvl4pPr marL="0" indent="0" defTabSz="825500">
              <a:lnSpc>
                <a:spcPct val="100000"/>
              </a:lnSpc>
              <a:spcBef>
                <a:spcPts val="0"/>
              </a:spcBef>
              <a:buSzTx/>
              <a:buNone/>
              <a:defRPr sz="5500">
                <a:latin typeface="Clancy Light"/>
                <a:ea typeface="Clancy Light"/>
                <a:cs typeface="Clancy Light"/>
                <a:sym typeface="Clancy Light"/>
              </a:defRPr>
            </a:lvl4pPr>
            <a:lvl5pPr marL="0" indent="0" defTabSz="825500">
              <a:lnSpc>
                <a:spcPct val="100000"/>
              </a:lnSpc>
              <a:spcBef>
                <a:spcPts val="0"/>
              </a:spcBef>
              <a:buSzTx/>
              <a:buNone/>
              <a:defRPr sz="5500">
                <a:latin typeface="Clancy Light"/>
                <a:ea typeface="Clancy Light"/>
                <a:cs typeface="Clancy Light"/>
                <a:sym typeface="Clancy Light"/>
              </a:defRPr>
            </a:lvl5pPr>
          </a:lstStyle>
          <a:p>
            <a:r>
              <a:t>Slide Subtitle</a:t>
            </a:r>
          </a:p>
          <a:p>
            <a:pPr lvl="1"/>
            <a:endParaRPr/>
          </a:p>
          <a:p>
            <a:pPr lvl="2"/>
            <a:endParaRPr/>
          </a:p>
          <a:p>
            <a:pPr lvl="3"/>
            <a:endParaRPr/>
          </a:p>
          <a:p>
            <a:pPr lvl="4"/>
            <a:endParaRPr/>
          </a:p>
        </p:txBody>
      </p:sp>
      <p:sp>
        <p:nvSpPr>
          <p:cNvPr id="36" name="Slide Number"/>
          <p:cNvSpPr txBox="1">
            <a:spLocks noGrp="1"/>
          </p:cNvSpPr>
          <p:nvPr>
            <p:ph type="sldNum" sz="quarter" idx="2"/>
          </p:nvPr>
        </p:nvSpPr>
        <p:spPr>
          <a:xfrm>
            <a:off x="12001499" y="13085233"/>
            <a:ext cx="368505" cy="374600"/>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43" name="Slide Title"/>
          <p:cNvSpPr txBox="1">
            <a:spLocks noGrp="1"/>
          </p:cNvSpPr>
          <p:nvPr>
            <p:ph type="title" hasCustomPrompt="1"/>
          </p:nvPr>
        </p:nvSpPr>
        <p:spPr>
          <a:prstGeom prst="rect">
            <a:avLst/>
          </a:prstGeom>
        </p:spPr>
        <p:txBody>
          <a:bodyPr/>
          <a:lstStyle/>
          <a:p>
            <a:r>
              <a:t>Slide Title</a:t>
            </a:r>
          </a:p>
        </p:txBody>
      </p:sp>
      <p:sp>
        <p:nvSpPr>
          <p:cNvPr id="44" name="Slide Subtitle"/>
          <p:cNvSpPr txBox="1">
            <a:spLocks noGrp="1"/>
          </p:cNvSpPr>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sz="5500">
                <a:latin typeface="Clancy Light"/>
                <a:ea typeface="Clancy Light"/>
                <a:cs typeface="Clancy Light"/>
                <a:sym typeface="Clancy Light"/>
              </a:defRPr>
            </a:lvl1pPr>
          </a:lstStyle>
          <a:p>
            <a:r>
              <a:t>Slide Subtitle</a:t>
            </a:r>
          </a:p>
        </p:txBody>
      </p:sp>
      <p:sp>
        <p:nvSpPr>
          <p:cNvPr id="45" name="Body Level One…"/>
          <p:cNvSpPr txBox="1">
            <a:spLocks noGrp="1"/>
          </p:cNvSpPr>
          <p:nvPr>
            <p:ph type="body" idx="1" hasCustomPrompt="1"/>
          </p:nvPr>
        </p:nvSpPr>
        <p:spPr>
          <a:prstGeom prst="rect">
            <a:avLst/>
          </a:prstGeom>
        </p:spPr>
        <p:txBody>
          <a:bodyPr/>
          <a:lstStyle/>
          <a:p>
            <a:r>
              <a:t>Slide bullet text</a:t>
            </a:r>
          </a:p>
          <a:p>
            <a:pPr lvl="1"/>
            <a:endParaRPr/>
          </a:p>
          <a:p>
            <a:pPr lvl="2"/>
            <a:endParaRPr/>
          </a:p>
          <a:p>
            <a:pPr lvl="3"/>
            <a:endParaRPr/>
          </a:p>
          <a:p>
            <a:pPr lvl="4"/>
            <a:endParaRPr/>
          </a:p>
        </p:txBody>
      </p:sp>
      <p:sp>
        <p:nvSpPr>
          <p:cNvPr id="4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Bullets">
    <p:bg>
      <p:bgPr>
        <a:solidFill>
          <a:srgbClr val="FFFFFF"/>
        </a:solidFill>
        <a:effectLst/>
      </p:bgPr>
    </p:bg>
    <p:spTree>
      <p:nvGrpSpPr>
        <p:cNvPr id="1" name=""/>
        <p:cNvGrpSpPr/>
        <p:nvPr/>
      </p:nvGrpSpPr>
      <p:grpSpPr>
        <a:xfrm>
          <a:off x="0" y="0"/>
          <a:ext cx="0" cy="0"/>
          <a:chOff x="0" y="0"/>
          <a:chExt cx="0" cy="0"/>
        </a:xfrm>
      </p:grpSpPr>
      <p:sp>
        <p:nvSpPr>
          <p:cNvPr id="53" name="Body Level One…"/>
          <p:cNvSpPr txBox="1">
            <a:spLocks noGrp="1"/>
          </p:cNvSpPr>
          <p:nvPr>
            <p:ph type="body" idx="1" hasCustomPrompt="1"/>
          </p:nvPr>
        </p:nvSpPr>
        <p:spPr>
          <a:prstGeom prst="rect">
            <a:avLst/>
          </a:prstGeom>
        </p:spPr>
        <p:txBody>
          <a:bodyPr numCol="2" spcCol="1098550"/>
          <a:lstStyle/>
          <a:p>
            <a:r>
              <a:t>Slide bullet text</a:t>
            </a:r>
          </a:p>
          <a:p>
            <a:pPr lvl="1"/>
            <a:endParaRPr/>
          </a:p>
          <a:p>
            <a:pPr lvl="2"/>
            <a:endParaRPr/>
          </a:p>
          <a:p>
            <a:pPr lvl="3"/>
            <a:endParaRPr/>
          </a:p>
          <a:p>
            <a:pPr lvl="4"/>
            <a:endParaRPr/>
          </a:p>
        </p:txBody>
      </p:sp>
      <p:sp>
        <p:nvSpPr>
          <p:cNvPr id="5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Bullets &amp; Photo">
    <p:bg>
      <p:bgPr>
        <a:solidFill>
          <a:srgbClr val="FFFFFF"/>
        </a:solidFill>
        <a:effectLst/>
      </p:bgPr>
    </p:bg>
    <p:spTree>
      <p:nvGrpSpPr>
        <p:cNvPr id="1" name=""/>
        <p:cNvGrpSpPr/>
        <p:nvPr/>
      </p:nvGrpSpPr>
      <p:grpSpPr>
        <a:xfrm>
          <a:off x="0" y="0"/>
          <a:ext cx="0" cy="0"/>
          <a:chOff x="0" y="0"/>
          <a:chExt cx="0" cy="0"/>
        </a:xfrm>
      </p:grpSpPr>
      <p:sp>
        <p:nvSpPr>
          <p:cNvPr id="61" name="Slide Subtitle"/>
          <p:cNvSpPr txBox="1">
            <a:spLocks noGrp="1"/>
          </p:cNvSpPr>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sz="5500">
                <a:latin typeface="Clancy Light"/>
                <a:ea typeface="Clancy Light"/>
                <a:cs typeface="Clancy Light"/>
                <a:sym typeface="Clancy Light"/>
              </a:defRPr>
            </a:lvl1pPr>
          </a:lstStyle>
          <a:p>
            <a:r>
              <a:t>Slide Subtitle</a:t>
            </a:r>
          </a:p>
        </p:txBody>
      </p:sp>
      <p:sp>
        <p:nvSpPr>
          <p:cNvPr id="62" name="Body Level One…"/>
          <p:cNvSpPr txBox="1">
            <a:spLocks noGrp="1"/>
          </p:cNvSpPr>
          <p:nvPr>
            <p:ph type="body" sz="half" idx="1" hasCustomPrompt="1"/>
          </p:nvPr>
        </p:nvSpPr>
        <p:spPr>
          <a:xfrm>
            <a:off x="1206500" y="4248504"/>
            <a:ext cx="9779000" cy="8256630"/>
          </a:xfrm>
          <a:prstGeom prst="rect">
            <a:avLst/>
          </a:prstGeom>
        </p:spPr>
        <p:txBody>
          <a:bodyPr/>
          <a:lstStyle/>
          <a:p>
            <a:r>
              <a:t>Slide bullet text</a:t>
            </a:r>
          </a:p>
          <a:p>
            <a:pPr lvl="1"/>
            <a:endParaRPr/>
          </a:p>
          <a:p>
            <a:pPr lvl="2"/>
            <a:endParaRPr/>
          </a:p>
          <a:p>
            <a:pPr lvl="3"/>
            <a:endParaRPr/>
          </a:p>
          <a:p>
            <a:pPr lvl="4"/>
            <a:endParaRPr/>
          </a:p>
        </p:txBody>
      </p:sp>
      <p:sp>
        <p:nvSpPr>
          <p:cNvPr id="63" name="660384004_1290x1720.jpg"/>
          <p:cNvSpPr>
            <a:spLocks noGrp="1"/>
          </p:cNvSpPr>
          <p:nvPr>
            <p:ph type="pic" idx="22"/>
          </p:nvPr>
        </p:nvSpPr>
        <p:spPr>
          <a:xfrm>
            <a:off x="12192000" y="-407266"/>
            <a:ext cx="10916874" cy="14555832"/>
          </a:xfrm>
          <a:prstGeom prst="rect">
            <a:avLst/>
          </a:prstGeom>
        </p:spPr>
        <p:txBody>
          <a:bodyPr lIns="91439" tIns="45719" rIns="91439" bIns="45719">
            <a:noAutofit/>
          </a:bodyPr>
          <a:lstStyle/>
          <a:p>
            <a:endParaRPr/>
          </a:p>
        </p:txBody>
      </p:sp>
      <p:sp>
        <p:nvSpPr>
          <p:cNvPr id="64" name="Slide Title"/>
          <p:cNvSpPr txBox="1">
            <a:spLocks noGrp="1"/>
          </p:cNvSpPr>
          <p:nvPr>
            <p:ph type="title" hasCustomPrompt="1"/>
          </p:nvPr>
        </p:nvSpPr>
        <p:spPr>
          <a:xfrm>
            <a:off x="1206500" y="1079500"/>
            <a:ext cx="9779000" cy="1435100"/>
          </a:xfrm>
          <a:prstGeom prst="rect">
            <a:avLst/>
          </a:prstGeom>
        </p:spPr>
        <p:txBody>
          <a:bodyPr/>
          <a:lstStyle/>
          <a:p>
            <a:r>
              <a:t>Slide Title</a:t>
            </a:r>
          </a:p>
        </p:txBody>
      </p:sp>
      <p:sp>
        <p:nvSpPr>
          <p:cNvPr id="6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Section">
    <p:bg>
      <p:bgPr>
        <a:solidFill>
          <a:srgbClr val="FFFFFF"/>
        </a:solidFill>
        <a:effectLst/>
      </p:bgPr>
    </p:bg>
    <p:spTree>
      <p:nvGrpSpPr>
        <p:cNvPr id="1" name=""/>
        <p:cNvGrpSpPr/>
        <p:nvPr/>
      </p:nvGrpSpPr>
      <p:grpSpPr>
        <a:xfrm>
          <a:off x="0" y="0"/>
          <a:ext cx="0" cy="0"/>
          <a:chOff x="0" y="0"/>
          <a:chExt cx="0" cy="0"/>
        </a:xfrm>
      </p:grpSpPr>
      <p:pic>
        <p:nvPicPr>
          <p:cNvPr id="72" name="desn2000-background.png" descr="desn2000-background.png"/>
          <p:cNvPicPr>
            <a:picLocks noChangeAspect="1"/>
          </p:cNvPicPr>
          <p:nvPr/>
        </p:nvPicPr>
        <p:blipFill>
          <a:blip r:embed="rId2"/>
          <a:stretch>
            <a:fillRect/>
          </a:stretch>
        </p:blipFill>
        <p:spPr>
          <a:xfrm>
            <a:off x="-60205" y="-1399337"/>
            <a:ext cx="24504410" cy="16514674"/>
          </a:xfrm>
          <a:prstGeom prst="rect">
            <a:avLst/>
          </a:prstGeom>
          <a:ln w="12700">
            <a:miter lim="400000"/>
          </a:ln>
        </p:spPr>
      </p:pic>
      <p:sp>
        <p:nvSpPr>
          <p:cNvPr id="73" name="Section Title"/>
          <p:cNvSpPr txBox="1">
            <a:spLocks noGrp="1"/>
          </p:cNvSpPr>
          <p:nvPr>
            <p:ph type="title" hasCustomPrompt="1"/>
          </p:nvPr>
        </p:nvSpPr>
        <p:spPr>
          <a:xfrm>
            <a:off x="1206496" y="4533900"/>
            <a:ext cx="21971004" cy="4648200"/>
          </a:xfrm>
          <a:prstGeom prst="rect">
            <a:avLst/>
          </a:prstGeom>
        </p:spPr>
        <p:txBody>
          <a:bodyPr anchor="ctr"/>
          <a:lstStyle>
            <a:lvl1pPr>
              <a:defRPr sz="11600" spc="-232">
                <a:solidFill>
                  <a:srgbClr val="000000"/>
                </a:solidFill>
                <a:latin typeface="Clancy Regular"/>
                <a:ea typeface="Clancy Regular"/>
                <a:cs typeface="Clancy Regular"/>
                <a:sym typeface="Clancy Regular"/>
              </a:defRPr>
            </a:lvl1pPr>
          </a:lstStyle>
          <a:p>
            <a:r>
              <a:t>Section Title</a:t>
            </a:r>
          </a:p>
        </p:txBody>
      </p:sp>
      <p:sp>
        <p:nvSpPr>
          <p:cNvPr id="74" name="Slide Number"/>
          <p:cNvSpPr txBox="1">
            <a:spLocks noGrp="1"/>
          </p:cNvSpPr>
          <p:nvPr>
            <p:ph type="sldNum" sz="quarter" idx="2"/>
          </p:nvPr>
        </p:nvSpPr>
        <p:spPr>
          <a:xfrm>
            <a:off x="12001499" y="13085233"/>
            <a:ext cx="368505" cy="374600"/>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Title Only">
    <p:bg>
      <p:bgPr>
        <a:solidFill>
          <a:srgbClr val="FFFFFF"/>
        </a:solidFill>
        <a:effectLst/>
      </p:bgPr>
    </p:bg>
    <p:spTree>
      <p:nvGrpSpPr>
        <p:cNvPr id="1" name=""/>
        <p:cNvGrpSpPr/>
        <p:nvPr/>
      </p:nvGrpSpPr>
      <p:grpSpPr>
        <a:xfrm>
          <a:off x="0" y="0"/>
          <a:ext cx="0" cy="0"/>
          <a:chOff x="0" y="0"/>
          <a:chExt cx="0" cy="0"/>
        </a:xfrm>
      </p:grpSpPr>
      <p:sp>
        <p:nvSpPr>
          <p:cNvPr id="81" name="Slide Title"/>
          <p:cNvSpPr txBox="1">
            <a:spLocks noGrp="1"/>
          </p:cNvSpPr>
          <p:nvPr>
            <p:ph type="title" hasCustomPrompt="1"/>
          </p:nvPr>
        </p:nvSpPr>
        <p:spPr>
          <a:xfrm>
            <a:off x="1206500" y="1079500"/>
            <a:ext cx="21971000" cy="1434949"/>
          </a:xfrm>
          <a:prstGeom prst="rect">
            <a:avLst/>
          </a:prstGeom>
        </p:spPr>
        <p:txBody>
          <a:bodyPr/>
          <a:lstStyle/>
          <a:p>
            <a:r>
              <a:t>Slide Title</a:t>
            </a:r>
          </a:p>
        </p:txBody>
      </p:sp>
      <p:sp>
        <p:nvSpPr>
          <p:cNvPr id="82" name="Slide Subtitle"/>
          <p:cNvSpPr txBox="1">
            <a:spLocks noGrp="1"/>
          </p:cNvSpPr>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sz="5500">
                <a:latin typeface="Clancy Light"/>
                <a:ea typeface="Clancy Light"/>
                <a:cs typeface="Clancy Light"/>
                <a:sym typeface="Clancy Light"/>
              </a:defRPr>
            </a:lvl1pPr>
          </a:lstStyle>
          <a:p>
            <a:r>
              <a:t>Slide Subtitle</a:t>
            </a:r>
          </a:p>
        </p:txBody>
      </p:sp>
      <p:sp>
        <p:nvSpPr>
          <p:cNvPr id="8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Agenda">
    <p:bg>
      <p:bgPr>
        <a:solidFill>
          <a:srgbClr val="FFFFFF"/>
        </a:solidFill>
        <a:effectLst/>
      </p:bgPr>
    </p:bg>
    <p:spTree>
      <p:nvGrpSpPr>
        <p:cNvPr id="1" name=""/>
        <p:cNvGrpSpPr/>
        <p:nvPr/>
      </p:nvGrpSpPr>
      <p:grpSpPr>
        <a:xfrm>
          <a:off x="0" y="0"/>
          <a:ext cx="0" cy="0"/>
          <a:chOff x="0" y="0"/>
          <a:chExt cx="0" cy="0"/>
        </a:xfrm>
      </p:grpSpPr>
      <p:sp>
        <p:nvSpPr>
          <p:cNvPr id="90" name="Agenda Title"/>
          <p:cNvSpPr txBox="1">
            <a:spLocks noGrp="1"/>
          </p:cNvSpPr>
          <p:nvPr>
            <p:ph type="title" hasCustomPrompt="1"/>
          </p:nvPr>
        </p:nvSpPr>
        <p:spPr>
          <a:xfrm>
            <a:off x="1206500" y="1079500"/>
            <a:ext cx="21971000" cy="1435100"/>
          </a:xfrm>
          <a:prstGeom prst="rect">
            <a:avLst/>
          </a:prstGeom>
        </p:spPr>
        <p:txBody>
          <a:bodyPr/>
          <a:lstStyle/>
          <a:p>
            <a:r>
              <a:t>Agenda Title</a:t>
            </a:r>
          </a:p>
        </p:txBody>
      </p:sp>
      <p:sp>
        <p:nvSpPr>
          <p:cNvPr id="91" name="Agenda Subtitle"/>
          <p:cNvSpPr txBox="1">
            <a:spLocks noGrp="1"/>
          </p:cNvSpPr>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sz="5500">
                <a:latin typeface="Clancy Light"/>
                <a:ea typeface="Clancy Light"/>
                <a:cs typeface="Clancy Light"/>
                <a:sym typeface="Clancy Light"/>
              </a:defRPr>
            </a:lvl1pPr>
          </a:lstStyle>
          <a:p>
            <a:r>
              <a:t>Agenda Subtitle</a:t>
            </a:r>
          </a:p>
        </p:txBody>
      </p:sp>
      <p:sp>
        <p:nvSpPr>
          <p:cNvPr id="92" name="Body Level One…"/>
          <p:cNvSpPr txBox="1">
            <a:spLocks noGrp="1"/>
          </p:cNvSpPr>
          <p:nvPr>
            <p:ph type="body" idx="1" hasCustomPrompt="1"/>
          </p:nvPr>
        </p:nvSpPr>
        <p:spPr>
          <a:prstGeom prst="rect">
            <a:avLst/>
          </a:prstGeom>
        </p:spPr>
        <p:txBody>
          <a:bodyPr/>
          <a:lstStyle>
            <a:lvl1pPr marL="0" indent="0" defTabSz="825500">
              <a:lnSpc>
                <a:spcPct val="100000"/>
              </a:lnSpc>
              <a:spcBef>
                <a:spcPts val="1800"/>
              </a:spcBef>
              <a:buSzTx/>
              <a:buNone/>
              <a:defRPr sz="5500" spc="-55">
                <a:solidFill>
                  <a:srgbClr val="000000"/>
                </a:solidFill>
                <a:latin typeface="Helvetica Neue"/>
                <a:ea typeface="Helvetica Neue"/>
                <a:cs typeface="Helvetica Neue"/>
                <a:sym typeface="Helvetica Neue"/>
              </a:defRPr>
            </a:lvl1pPr>
            <a:lvl2pPr marL="0" indent="0" defTabSz="825500">
              <a:lnSpc>
                <a:spcPct val="100000"/>
              </a:lnSpc>
              <a:spcBef>
                <a:spcPts val="1800"/>
              </a:spcBef>
              <a:buSzTx/>
              <a:buNone/>
              <a:defRPr sz="5500" spc="-55">
                <a:solidFill>
                  <a:srgbClr val="000000"/>
                </a:solidFill>
                <a:latin typeface="Helvetica Neue"/>
                <a:ea typeface="Helvetica Neue"/>
                <a:cs typeface="Helvetica Neue"/>
                <a:sym typeface="Helvetica Neue"/>
              </a:defRPr>
            </a:lvl2pPr>
            <a:lvl3pPr marL="0" indent="0" defTabSz="825500">
              <a:lnSpc>
                <a:spcPct val="100000"/>
              </a:lnSpc>
              <a:spcBef>
                <a:spcPts val="1800"/>
              </a:spcBef>
              <a:buSzTx/>
              <a:buNone/>
              <a:defRPr sz="5500" spc="-55">
                <a:solidFill>
                  <a:srgbClr val="000000"/>
                </a:solidFill>
                <a:latin typeface="Helvetica Neue"/>
                <a:ea typeface="Helvetica Neue"/>
                <a:cs typeface="Helvetica Neue"/>
                <a:sym typeface="Helvetica Neue"/>
              </a:defRPr>
            </a:lvl3pPr>
            <a:lvl4pPr marL="0" indent="0" defTabSz="825500">
              <a:lnSpc>
                <a:spcPct val="100000"/>
              </a:lnSpc>
              <a:spcBef>
                <a:spcPts val="1800"/>
              </a:spcBef>
              <a:buSzTx/>
              <a:buNone/>
              <a:defRPr sz="5500" spc="-55">
                <a:solidFill>
                  <a:srgbClr val="000000"/>
                </a:solidFill>
                <a:latin typeface="Helvetica Neue"/>
                <a:ea typeface="Helvetica Neue"/>
                <a:cs typeface="Helvetica Neue"/>
                <a:sym typeface="Helvetica Neue"/>
              </a:defRPr>
            </a:lvl4pPr>
            <a:lvl5pPr marL="0" indent="0" defTabSz="825500">
              <a:lnSpc>
                <a:spcPct val="100000"/>
              </a:lnSpc>
              <a:spcBef>
                <a:spcPts val="1800"/>
              </a:spcBef>
              <a:buSzTx/>
              <a:buNone/>
              <a:defRPr sz="5500" spc="-55">
                <a:solidFill>
                  <a:srgbClr val="000000"/>
                </a:solidFill>
                <a:latin typeface="Helvetica Neue"/>
                <a:ea typeface="Helvetica Neue"/>
                <a:cs typeface="Helvetica Neue"/>
                <a:sym typeface="Helvetica Neue"/>
              </a:defRPr>
            </a:lvl5pPr>
          </a:lstStyle>
          <a:p>
            <a:r>
              <a:t>Agenda Topics</a:t>
            </a:r>
          </a:p>
          <a:p>
            <a:pPr lvl="1"/>
            <a:endParaRPr/>
          </a:p>
          <a:p>
            <a:pPr lvl="2"/>
            <a:endParaRPr/>
          </a:p>
          <a:p>
            <a:pPr lvl="3"/>
            <a:endParaRPr/>
          </a:p>
          <a:p>
            <a:pPr lvl="4"/>
            <a:endParaRPr/>
          </a:p>
        </p:txBody>
      </p:sp>
      <p:sp>
        <p:nvSpPr>
          <p:cNvPr id="9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Statement">
    <p:bg>
      <p:bgPr>
        <a:solidFill>
          <a:srgbClr val="FFFFFF"/>
        </a:solidFill>
        <a:effectLst/>
      </p:bgPr>
    </p:bg>
    <p:spTree>
      <p:nvGrpSpPr>
        <p:cNvPr id="1" name=""/>
        <p:cNvGrpSpPr/>
        <p:nvPr/>
      </p:nvGrpSpPr>
      <p:grpSpPr>
        <a:xfrm>
          <a:off x="0" y="0"/>
          <a:ext cx="0" cy="0"/>
          <a:chOff x="0" y="0"/>
          <a:chExt cx="0" cy="0"/>
        </a:xfrm>
      </p:grpSpPr>
      <p:pic>
        <p:nvPicPr>
          <p:cNvPr id="100" name="desn2000-background.png" descr="desn2000-background.png"/>
          <p:cNvPicPr>
            <a:picLocks noChangeAspect="1"/>
          </p:cNvPicPr>
          <p:nvPr/>
        </p:nvPicPr>
        <p:blipFill>
          <a:blip r:embed="rId2"/>
          <a:stretch>
            <a:fillRect/>
          </a:stretch>
        </p:blipFill>
        <p:spPr>
          <a:xfrm>
            <a:off x="-60205" y="-1399337"/>
            <a:ext cx="24504410" cy="16514674"/>
          </a:xfrm>
          <a:prstGeom prst="rect">
            <a:avLst/>
          </a:prstGeom>
          <a:ln w="12700">
            <a:miter lim="400000"/>
          </a:ln>
        </p:spPr>
      </p:pic>
      <p:sp>
        <p:nvSpPr>
          <p:cNvPr id="101" name="Body Level One…"/>
          <p:cNvSpPr txBox="1">
            <a:spLocks noGrp="1"/>
          </p:cNvSpPr>
          <p:nvPr>
            <p:ph type="body" sz="half" idx="1" hasCustomPrompt="1"/>
          </p:nvPr>
        </p:nvSpPr>
        <p:spPr>
          <a:xfrm>
            <a:off x="1206500" y="4920843"/>
            <a:ext cx="21971000" cy="3874314"/>
          </a:xfrm>
          <a:prstGeom prst="rect">
            <a:avLst/>
          </a:prstGeom>
        </p:spPr>
        <p:txBody>
          <a:bodyPr anchor="ctr"/>
          <a:lstStyle>
            <a:lvl1pPr marL="0" indent="0" algn="ctr">
              <a:lnSpc>
                <a:spcPct val="80000"/>
              </a:lnSpc>
              <a:spcBef>
                <a:spcPts val="0"/>
              </a:spcBef>
              <a:buSzTx/>
              <a:buNone/>
              <a:defRPr sz="11600" spc="-232">
                <a:solidFill>
                  <a:srgbClr val="000000"/>
                </a:solidFill>
                <a:latin typeface="Clancy Regular"/>
                <a:ea typeface="Clancy Regular"/>
                <a:cs typeface="Clancy Regular"/>
                <a:sym typeface="Clancy Regular"/>
              </a:defRPr>
            </a:lvl1pPr>
            <a:lvl2pPr marL="0" indent="0" algn="ctr">
              <a:lnSpc>
                <a:spcPct val="80000"/>
              </a:lnSpc>
              <a:spcBef>
                <a:spcPts val="0"/>
              </a:spcBef>
              <a:buSzTx/>
              <a:buNone/>
              <a:defRPr sz="11600" spc="-232">
                <a:solidFill>
                  <a:srgbClr val="000000"/>
                </a:solidFill>
                <a:latin typeface="Clancy Regular"/>
                <a:ea typeface="Clancy Regular"/>
                <a:cs typeface="Clancy Regular"/>
                <a:sym typeface="Clancy Regular"/>
              </a:defRPr>
            </a:lvl2pPr>
            <a:lvl3pPr marL="0" indent="0" algn="ctr">
              <a:lnSpc>
                <a:spcPct val="80000"/>
              </a:lnSpc>
              <a:spcBef>
                <a:spcPts val="0"/>
              </a:spcBef>
              <a:buSzTx/>
              <a:buNone/>
              <a:defRPr sz="11600" spc="-232">
                <a:solidFill>
                  <a:srgbClr val="000000"/>
                </a:solidFill>
                <a:latin typeface="Clancy Regular"/>
                <a:ea typeface="Clancy Regular"/>
                <a:cs typeface="Clancy Regular"/>
                <a:sym typeface="Clancy Regular"/>
              </a:defRPr>
            </a:lvl3pPr>
            <a:lvl4pPr marL="0" indent="0" algn="ctr">
              <a:lnSpc>
                <a:spcPct val="80000"/>
              </a:lnSpc>
              <a:spcBef>
                <a:spcPts val="0"/>
              </a:spcBef>
              <a:buSzTx/>
              <a:buNone/>
              <a:defRPr sz="11600" spc="-232">
                <a:solidFill>
                  <a:srgbClr val="000000"/>
                </a:solidFill>
                <a:latin typeface="Clancy Regular"/>
                <a:ea typeface="Clancy Regular"/>
                <a:cs typeface="Clancy Regular"/>
                <a:sym typeface="Clancy Regular"/>
              </a:defRPr>
            </a:lvl4pPr>
            <a:lvl5pPr marL="0" indent="0" algn="ctr">
              <a:lnSpc>
                <a:spcPct val="80000"/>
              </a:lnSpc>
              <a:spcBef>
                <a:spcPts val="0"/>
              </a:spcBef>
              <a:buSzTx/>
              <a:buNone/>
              <a:defRPr sz="11600" spc="-232">
                <a:solidFill>
                  <a:srgbClr val="000000"/>
                </a:solidFill>
                <a:latin typeface="Clancy Regular"/>
                <a:ea typeface="Clancy Regular"/>
                <a:cs typeface="Clancy Regular"/>
                <a:sym typeface="Clancy Regular"/>
              </a:defRPr>
            </a:lvl5pPr>
          </a:lstStyle>
          <a:p>
            <a:r>
              <a:t>Statement</a:t>
            </a:r>
          </a:p>
          <a:p>
            <a:pPr lvl="1"/>
            <a:endParaRPr/>
          </a:p>
          <a:p>
            <a:pPr lvl="2"/>
            <a:endParaRPr/>
          </a:p>
          <a:p>
            <a:pPr lvl="3"/>
            <a:endParaRPr/>
          </a:p>
          <a:p>
            <a:pPr lvl="4"/>
            <a:endParaRPr/>
          </a:p>
        </p:txBody>
      </p:sp>
      <p:sp>
        <p:nvSpPr>
          <p:cNvPr id="10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Big Fact">
    <p:bg>
      <p:bgPr>
        <a:solidFill>
          <a:srgbClr val="FFFFFF"/>
        </a:solidFill>
        <a:effectLst/>
      </p:bgPr>
    </p:bg>
    <p:spTree>
      <p:nvGrpSpPr>
        <p:cNvPr id="1" name=""/>
        <p:cNvGrpSpPr/>
        <p:nvPr/>
      </p:nvGrpSpPr>
      <p:grpSpPr>
        <a:xfrm>
          <a:off x="0" y="0"/>
          <a:ext cx="0" cy="0"/>
          <a:chOff x="0" y="0"/>
          <a:chExt cx="0" cy="0"/>
        </a:xfrm>
      </p:grpSpPr>
      <p:sp>
        <p:nvSpPr>
          <p:cNvPr id="109" name="Body Level One…"/>
          <p:cNvSpPr txBox="1">
            <a:spLocks noGrp="1"/>
          </p:cNvSpPr>
          <p:nvPr>
            <p:ph type="body" idx="1" hasCustomPrompt="1"/>
          </p:nvPr>
        </p:nvSpPr>
        <p:spPr>
          <a:xfrm>
            <a:off x="1206500" y="1075927"/>
            <a:ext cx="21971000" cy="7241584"/>
          </a:xfrm>
          <a:prstGeom prst="rect">
            <a:avLst/>
          </a:prstGeom>
        </p:spPr>
        <p:txBody>
          <a:bodyPr anchor="b"/>
          <a:lstStyle>
            <a:lvl1pPr marL="0" indent="0" algn="ctr">
              <a:lnSpc>
                <a:spcPct val="80000"/>
              </a:lnSpc>
              <a:spcBef>
                <a:spcPts val="0"/>
              </a:spcBef>
              <a:buSzTx/>
              <a:buNone/>
              <a:defRPr sz="25000" b="1" spc="-250">
                <a:solidFill>
                  <a:srgbClr val="000000"/>
                </a:solidFill>
                <a:latin typeface="Helvetica Neue"/>
                <a:ea typeface="Helvetica Neue"/>
                <a:cs typeface="Helvetica Neue"/>
                <a:sym typeface="Helvetica Neue"/>
              </a:defRPr>
            </a:lvl1pPr>
            <a:lvl2pPr marL="0" indent="0" algn="ctr">
              <a:lnSpc>
                <a:spcPct val="80000"/>
              </a:lnSpc>
              <a:spcBef>
                <a:spcPts val="0"/>
              </a:spcBef>
              <a:buSzTx/>
              <a:buNone/>
              <a:defRPr sz="25000" b="1" spc="-250">
                <a:solidFill>
                  <a:srgbClr val="000000"/>
                </a:solidFill>
                <a:latin typeface="Helvetica Neue"/>
                <a:ea typeface="Helvetica Neue"/>
                <a:cs typeface="Helvetica Neue"/>
                <a:sym typeface="Helvetica Neue"/>
              </a:defRPr>
            </a:lvl2pPr>
            <a:lvl3pPr marL="0" indent="0" algn="ctr">
              <a:lnSpc>
                <a:spcPct val="80000"/>
              </a:lnSpc>
              <a:spcBef>
                <a:spcPts val="0"/>
              </a:spcBef>
              <a:buSzTx/>
              <a:buNone/>
              <a:defRPr sz="25000" b="1" spc="-250">
                <a:solidFill>
                  <a:srgbClr val="000000"/>
                </a:solidFill>
                <a:latin typeface="Helvetica Neue"/>
                <a:ea typeface="Helvetica Neue"/>
                <a:cs typeface="Helvetica Neue"/>
                <a:sym typeface="Helvetica Neue"/>
              </a:defRPr>
            </a:lvl3pPr>
            <a:lvl4pPr marL="0" indent="0" algn="ctr">
              <a:lnSpc>
                <a:spcPct val="80000"/>
              </a:lnSpc>
              <a:spcBef>
                <a:spcPts val="0"/>
              </a:spcBef>
              <a:buSzTx/>
              <a:buNone/>
              <a:defRPr sz="25000" b="1" spc="-250">
                <a:solidFill>
                  <a:srgbClr val="000000"/>
                </a:solidFill>
                <a:latin typeface="Helvetica Neue"/>
                <a:ea typeface="Helvetica Neue"/>
                <a:cs typeface="Helvetica Neue"/>
                <a:sym typeface="Helvetica Neue"/>
              </a:defRPr>
            </a:lvl4pPr>
            <a:lvl5pPr marL="0" indent="0" algn="ctr">
              <a:lnSpc>
                <a:spcPct val="80000"/>
              </a:lnSpc>
              <a:spcBef>
                <a:spcPts val="0"/>
              </a:spcBef>
              <a:buSzTx/>
              <a:buNone/>
              <a:defRPr sz="25000" b="1" spc="-250">
                <a:solidFill>
                  <a:srgbClr val="000000"/>
                </a:solidFill>
                <a:latin typeface="Helvetica Neue"/>
                <a:ea typeface="Helvetica Neue"/>
                <a:cs typeface="Helvetica Neue"/>
                <a:sym typeface="Helvetica Neue"/>
              </a:defRPr>
            </a:lvl5pPr>
          </a:lstStyle>
          <a:p>
            <a:r>
              <a:t>100%</a:t>
            </a:r>
          </a:p>
          <a:p>
            <a:pPr lvl="1"/>
            <a:endParaRPr/>
          </a:p>
          <a:p>
            <a:pPr lvl="2"/>
            <a:endParaRPr/>
          </a:p>
          <a:p>
            <a:pPr lvl="3"/>
            <a:endParaRPr/>
          </a:p>
          <a:p>
            <a:pPr lvl="4"/>
            <a:endParaRPr/>
          </a:p>
        </p:txBody>
      </p:sp>
      <p:sp>
        <p:nvSpPr>
          <p:cNvPr id="110" name="Fact information"/>
          <p:cNvSpPr txBox="1">
            <a:spLocks noGrp="1"/>
          </p:cNvSpPr>
          <p:nvPr>
            <p:ph type="body" sz="quarter" idx="21" hasCustomPrompt="1"/>
          </p:nvPr>
        </p:nvSpPr>
        <p:spPr>
          <a:xfrm>
            <a:off x="1206500" y="8262180"/>
            <a:ext cx="21971000" cy="934780"/>
          </a:xfrm>
          <a:prstGeom prst="rect">
            <a:avLst/>
          </a:prstGeom>
        </p:spPr>
        <p:txBody>
          <a:bodyPr lIns="45719" tIns="45719" rIns="45719" bIns="45719"/>
          <a:lstStyle>
            <a:lvl1pPr marL="0" indent="0" algn="ctr" defTabSz="825500">
              <a:lnSpc>
                <a:spcPct val="100000"/>
              </a:lnSpc>
              <a:spcBef>
                <a:spcPts val="0"/>
              </a:spcBef>
              <a:buSzTx/>
              <a:buNone/>
              <a:defRPr sz="5500" b="1">
                <a:solidFill>
                  <a:srgbClr val="000000"/>
                </a:solidFill>
                <a:latin typeface="Helvetica Neue"/>
                <a:ea typeface="Helvetica Neue"/>
                <a:cs typeface="Helvetica Neue"/>
                <a:sym typeface="Helvetica Neue"/>
              </a:defRPr>
            </a:lvl1pPr>
          </a:lstStyle>
          <a:p>
            <a:r>
              <a:t>Fact information</a:t>
            </a:r>
          </a:p>
        </p:txBody>
      </p:sp>
      <p:sp>
        <p:nvSpPr>
          <p:cNvPr id="11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Quote">
    <p:bg>
      <p:bgPr>
        <a:solidFill>
          <a:srgbClr val="FFFFFF"/>
        </a:solidFill>
        <a:effectLst/>
      </p:bgPr>
    </p:bg>
    <p:spTree>
      <p:nvGrpSpPr>
        <p:cNvPr id="1" name=""/>
        <p:cNvGrpSpPr/>
        <p:nvPr/>
      </p:nvGrpSpPr>
      <p:grpSpPr>
        <a:xfrm>
          <a:off x="0" y="0"/>
          <a:ext cx="0" cy="0"/>
          <a:chOff x="0" y="0"/>
          <a:chExt cx="0" cy="0"/>
        </a:xfrm>
      </p:grpSpPr>
      <p:sp>
        <p:nvSpPr>
          <p:cNvPr id="118" name="Attribution"/>
          <p:cNvSpPr txBox="1">
            <a:spLocks noGrp="1"/>
          </p:cNvSpPr>
          <p:nvPr>
            <p:ph type="body" sz="quarter" idx="21" hasCustomPrompt="1"/>
          </p:nvPr>
        </p:nvSpPr>
        <p:spPr>
          <a:xfrm>
            <a:off x="2430025" y="10675453"/>
            <a:ext cx="20200052" cy="636979"/>
          </a:xfrm>
          <a:prstGeom prst="rect">
            <a:avLst/>
          </a:prstGeom>
        </p:spPr>
        <p:txBody>
          <a:bodyPr lIns="45719" tIns="45719" rIns="45719" bIns="45719"/>
          <a:lstStyle>
            <a:lvl1pPr marL="0" indent="0" defTabSz="825500">
              <a:lnSpc>
                <a:spcPct val="100000"/>
              </a:lnSpc>
              <a:spcBef>
                <a:spcPts val="0"/>
              </a:spcBef>
              <a:buSzTx/>
              <a:buNone/>
              <a:defRPr sz="3600" b="1">
                <a:solidFill>
                  <a:srgbClr val="000000"/>
                </a:solidFill>
                <a:latin typeface="Helvetica Neue"/>
                <a:ea typeface="Helvetica Neue"/>
                <a:cs typeface="Helvetica Neue"/>
                <a:sym typeface="Helvetica Neue"/>
              </a:defRPr>
            </a:lvl1pPr>
          </a:lstStyle>
          <a:p>
            <a:r>
              <a:t>Attribution</a:t>
            </a:r>
          </a:p>
        </p:txBody>
      </p:sp>
      <p:sp>
        <p:nvSpPr>
          <p:cNvPr id="119" name="Body Level One…"/>
          <p:cNvSpPr txBox="1">
            <a:spLocks noGrp="1"/>
          </p:cNvSpPr>
          <p:nvPr>
            <p:ph type="body" sz="half" idx="1" hasCustomPrompt="1"/>
          </p:nvPr>
        </p:nvSpPr>
        <p:spPr>
          <a:xfrm>
            <a:off x="1753923" y="4939860"/>
            <a:ext cx="20876154" cy="3836280"/>
          </a:xfrm>
          <a:prstGeom prst="rect">
            <a:avLst/>
          </a:prstGeom>
        </p:spPr>
        <p:txBody>
          <a:bodyPr/>
          <a:lstStyle>
            <a:lvl1pPr marL="638923" indent="-469900">
              <a:spcBef>
                <a:spcPts val="0"/>
              </a:spcBef>
              <a:buSzTx/>
              <a:buNone/>
              <a:defRPr sz="8500" spc="-170">
                <a:solidFill>
                  <a:srgbClr val="000000"/>
                </a:solidFill>
                <a:latin typeface="Helvetica Neue Medium"/>
                <a:ea typeface="Helvetica Neue Medium"/>
                <a:cs typeface="Helvetica Neue Medium"/>
                <a:sym typeface="Helvetica Neue Medium"/>
              </a:defRPr>
            </a:lvl1pPr>
            <a:lvl2pPr marL="638923" indent="-469900">
              <a:spcBef>
                <a:spcPts val="0"/>
              </a:spcBef>
              <a:buSzTx/>
              <a:buNone/>
              <a:defRPr sz="8500" spc="-170">
                <a:solidFill>
                  <a:srgbClr val="000000"/>
                </a:solidFill>
                <a:latin typeface="Helvetica Neue Medium"/>
                <a:ea typeface="Helvetica Neue Medium"/>
                <a:cs typeface="Helvetica Neue Medium"/>
                <a:sym typeface="Helvetica Neue Medium"/>
              </a:defRPr>
            </a:lvl2pPr>
            <a:lvl3pPr marL="638923" indent="-469900">
              <a:spcBef>
                <a:spcPts val="0"/>
              </a:spcBef>
              <a:buSzTx/>
              <a:buNone/>
              <a:defRPr sz="8500" spc="-170">
                <a:solidFill>
                  <a:srgbClr val="000000"/>
                </a:solidFill>
                <a:latin typeface="Helvetica Neue Medium"/>
                <a:ea typeface="Helvetica Neue Medium"/>
                <a:cs typeface="Helvetica Neue Medium"/>
                <a:sym typeface="Helvetica Neue Medium"/>
              </a:defRPr>
            </a:lvl3pPr>
            <a:lvl4pPr marL="638923" indent="-469900">
              <a:spcBef>
                <a:spcPts val="0"/>
              </a:spcBef>
              <a:buSzTx/>
              <a:buNone/>
              <a:defRPr sz="8500" spc="-170">
                <a:solidFill>
                  <a:srgbClr val="000000"/>
                </a:solidFill>
                <a:latin typeface="Helvetica Neue Medium"/>
                <a:ea typeface="Helvetica Neue Medium"/>
                <a:cs typeface="Helvetica Neue Medium"/>
                <a:sym typeface="Helvetica Neue Medium"/>
              </a:defRPr>
            </a:lvl4pPr>
            <a:lvl5pPr marL="638923" indent="-469900">
              <a:spcBef>
                <a:spcPts val="0"/>
              </a:spcBef>
              <a:buSzTx/>
              <a:buNone/>
              <a:defRPr sz="8500" spc="-170">
                <a:solidFill>
                  <a:srgbClr val="000000"/>
                </a:solidFill>
                <a:latin typeface="Helvetica Neue Medium"/>
                <a:ea typeface="Helvetica Neue Medium"/>
                <a:cs typeface="Helvetica Neue Medium"/>
                <a:sym typeface="Helvetica Neue Medium"/>
              </a:defRPr>
            </a:lvl5pPr>
          </a:lstStyle>
          <a:p>
            <a:r>
              <a:t>“Notable Quote”</a:t>
            </a:r>
          </a:p>
          <a:p>
            <a:pPr lvl="1"/>
            <a:endParaRPr/>
          </a:p>
          <a:p>
            <a:pPr lvl="2"/>
            <a:endParaRPr/>
          </a:p>
          <a:p>
            <a:pPr lvl="3"/>
            <a:endParaRPr/>
          </a:p>
          <a:p>
            <a:pPr lvl="4"/>
            <a:endParaRPr/>
          </a:p>
        </p:txBody>
      </p:sp>
      <p:sp>
        <p:nvSpPr>
          <p:cNvPr id="12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Photo - 3 Up">
    <p:bg>
      <p:bgPr>
        <a:solidFill>
          <a:srgbClr val="FFFFFF"/>
        </a:solidFill>
        <a:effectLst/>
      </p:bgPr>
    </p:bg>
    <p:spTree>
      <p:nvGrpSpPr>
        <p:cNvPr id="1" name=""/>
        <p:cNvGrpSpPr/>
        <p:nvPr/>
      </p:nvGrpSpPr>
      <p:grpSpPr>
        <a:xfrm>
          <a:off x="0" y="0"/>
          <a:ext cx="0" cy="0"/>
          <a:chOff x="0" y="0"/>
          <a:chExt cx="0" cy="0"/>
        </a:xfrm>
      </p:grpSpPr>
      <p:sp>
        <p:nvSpPr>
          <p:cNvPr id="127" name="Image"/>
          <p:cNvSpPr>
            <a:spLocks noGrp="1"/>
          </p:cNvSpPr>
          <p:nvPr>
            <p:ph type="pic" sz="quarter" idx="21"/>
          </p:nvPr>
        </p:nvSpPr>
        <p:spPr>
          <a:xfrm>
            <a:off x="15760700" y="1016000"/>
            <a:ext cx="7439099" cy="5949678"/>
          </a:xfrm>
          <a:prstGeom prst="rect">
            <a:avLst/>
          </a:prstGeom>
        </p:spPr>
        <p:txBody>
          <a:bodyPr lIns="91439" tIns="45719" rIns="91439" bIns="45719">
            <a:noAutofit/>
          </a:bodyPr>
          <a:lstStyle/>
          <a:p>
            <a:endParaRPr/>
          </a:p>
        </p:txBody>
      </p:sp>
      <p:sp>
        <p:nvSpPr>
          <p:cNvPr id="128" name="Image"/>
          <p:cNvSpPr>
            <a:spLocks noGrp="1"/>
          </p:cNvSpPr>
          <p:nvPr>
            <p:ph type="pic" sz="half" idx="22"/>
          </p:nvPr>
        </p:nvSpPr>
        <p:spPr>
          <a:xfrm>
            <a:off x="13500100" y="3978275"/>
            <a:ext cx="10439400" cy="12150181"/>
          </a:xfrm>
          <a:prstGeom prst="rect">
            <a:avLst/>
          </a:prstGeom>
        </p:spPr>
        <p:txBody>
          <a:bodyPr lIns="91439" tIns="45719" rIns="91439" bIns="45719">
            <a:noAutofit/>
          </a:bodyPr>
          <a:lstStyle/>
          <a:p>
            <a:endParaRPr/>
          </a:p>
        </p:txBody>
      </p:sp>
      <p:sp>
        <p:nvSpPr>
          <p:cNvPr id="129" name="Image"/>
          <p:cNvSpPr>
            <a:spLocks noGrp="1"/>
          </p:cNvSpPr>
          <p:nvPr>
            <p:ph type="pic" idx="23"/>
          </p:nvPr>
        </p:nvSpPr>
        <p:spPr>
          <a:xfrm>
            <a:off x="-139700" y="495300"/>
            <a:ext cx="16611600" cy="12458700"/>
          </a:xfrm>
          <a:prstGeom prst="rect">
            <a:avLst/>
          </a:prstGeom>
        </p:spPr>
        <p:txBody>
          <a:bodyPr lIns="91439" tIns="45719" rIns="91439" bIns="45719">
            <a:noAutofit/>
          </a:bodyPr>
          <a:lstStyle/>
          <a:p>
            <a:endParaRPr/>
          </a:p>
        </p:txBody>
      </p:sp>
      <p:sp>
        <p:nvSpPr>
          <p:cNvPr id="13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Photo">
    <p:bg>
      <p:bgPr>
        <a:solidFill>
          <a:srgbClr val="FFFFFF"/>
        </a:solidFill>
        <a:effectLst/>
      </p:bgPr>
    </p:bg>
    <p:spTree>
      <p:nvGrpSpPr>
        <p:cNvPr id="1" name=""/>
        <p:cNvGrpSpPr/>
        <p:nvPr/>
      </p:nvGrpSpPr>
      <p:grpSpPr>
        <a:xfrm>
          <a:off x="0" y="0"/>
          <a:ext cx="0" cy="0"/>
          <a:chOff x="0" y="0"/>
          <a:chExt cx="0" cy="0"/>
        </a:xfrm>
      </p:grpSpPr>
      <p:sp>
        <p:nvSpPr>
          <p:cNvPr id="137" name="Image"/>
          <p:cNvSpPr>
            <a:spLocks noGrp="1"/>
          </p:cNvSpPr>
          <p:nvPr>
            <p:ph type="pic" idx="21"/>
          </p:nvPr>
        </p:nvSpPr>
        <p:spPr>
          <a:xfrm>
            <a:off x="-1333500" y="-5524500"/>
            <a:ext cx="27051000" cy="21640800"/>
          </a:xfrm>
          <a:prstGeom prst="rect">
            <a:avLst/>
          </a:prstGeom>
        </p:spPr>
        <p:txBody>
          <a:bodyPr lIns="91439" tIns="45719" rIns="91439" bIns="45719">
            <a:noAutofit/>
          </a:bodyPr>
          <a:lstStyle/>
          <a:p>
            <a:endParaRPr/>
          </a:p>
        </p:txBody>
      </p:sp>
      <p:sp>
        <p:nvSpPr>
          <p:cNvPr id="138" name="Slide Number"/>
          <p:cNvSpPr txBox="1">
            <a:spLocks noGrp="1"/>
          </p:cNvSpPr>
          <p:nvPr>
            <p:ph type="sldNum" sz="quarter" idx="2"/>
          </p:nvPr>
        </p:nvSpPr>
        <p:spPr>
          <a:prstGeom prst="rect">
            <a:avLst/>
          </a:prstGeom>
        </p:spPr>
        <p:txBody>
          <a:bodyPr/>
          <a:lstStyle>
            <a:lvl1pPr>
              <a:defRPr>
                <a:solidFill>
                  <a:srgbClr val="FFFFFF"/>
                </a:solidFill>
              </a:defRPr>
            </a:lvl1pPr>
          </a:lstStyle>
          <a:p>
            <a:fld id="{86CB4B4D-7CA3-9044-876B-883B54F8677D}" type="slidenum">
              <a:t>‹#›</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Blank">
    <p:bg>
      <p:bgPr>
        <a:solidFill>
          <a:srgbClr val="FFFFFF"/>
        </a:solidFill>
        <a:effectLst/>
      </p:bgPr>
    </p:bg>
    <p:spTree>
      <p:nvGrpSpPr>
        <p:cNvPr id="1" name=""/>
        <p:cNvGrpSpPr/>
        <p:nvPr/>
      </p:nvGrpSpPr>
      <p:grpSpPr>
        <a:xfrm>
          <a:off x="0" y="0"/>
          <a:ext cx="0" cy="0"/>
          <a:chOff x="0" y="0"/>
          <a:chExt cx="0" cy="0"/>
        </a:xfrm>
      </p:grpSpPr>
      <p:sp>
        <p:nvSpPr>
          <p:cNvPr id="14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t>Slide bullet text</a:t>
            </a:r>
          </a:p>
          <a:p>
            <a:pPr lvl="1"/>
            <a:endParaRPr/>
          </a:p>
          <a:p>
            <a:pPr lvl="2"/>
            <a:endParaRPr/>
          </a:p>
          <a:p>
            <a:pPr lvl="3"/>
            <a:endParaRPr/>
          </a:p>
          <a:p>
            <a:pPr lvl="4"/>
            <a:endParaRPr/>
          </a:p>
        </p:txBody>
      </p:sp>
      <p:sp>
        <p:nvSpPr>
          <p:cNvPr id="4" name="Slide Number"/>
          <p:cNvSpPr txBox="1">
            <a:spLocks noGrp="1"/>
          </p:cNvSpPr>
          <p:nvPr>
            <p:ph type="sldNum" sz="quarter" idx="2"/>
          </p:nvPr>
        </p:nvSpPr>
        <p:spPr>
          <a:xfrm>
            <a:off x="12001499" y="13080999"/>
            <a:ext cx="368505" cy="374600"/>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1800">
                <a:solidFill>
                  <a:srgbClr val="000000"/>
                </a:solidFill>
                <a:latin typeface="Helvetica Neue"/>
                <a:ea typeface="Helvetica Neue"/>
                <a:cs typeface="Helvetica Neue"/>
                <a:sym typeface="Helvetica Neue"/>
              </a:defRPr>
            </a:lvl1pPr>
          </a:lstStyle>
          <a:p>
            <a:fld id="{86CB4B4D-7CA3-9044-876B-883B54F8677D}" type="slidenum">
              <a:t>‹#›</a:t>
            </a:fld>
            <a:endParaRPr/>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ransition spd="med"/>
  <p:txStyles>
    <p:titleStyle>
      <a:lvl1pPr marL="0" marR="0" indent="0" algn="l" defTabSz="2438338" rtl="0" latinLnBrk="0">
        <a:lnSpc>
          <a:spcPct val="80000"/>
        </a:lnSpc>
        <a:spcBef>
          <a:spcPts val="0"/>
        </a:spcBef>
        <a:spcAft>
          <a:spcPts val="0"/>
        </a:spcAft>
        <a:buClrTx/>
        <a:buSzTx/>
        <a:buFontTx/>
        <a:buNone/>
        <a:tabLst/>
        <a:defRPr sz="8500" b="0" i="0" u="none" strike="noStrike" cap="none" spc="-170" baseline="0">
          <a:solidFill>
            <a:srgbClr val="FFFFFF"/>
          </a:solidFill>
          <a:uFillTx/>
          <a:latin typeface="+mn-lt"/>
          <a:ea typeface="+mn-ea"/>
          <a:cs typeface="+mn-cs"/>
          <a:sym typeface="Clancy Bold"/>
        </a:defRPr>
      </a:lvl1pPr>
      <a:lvl2pPr marL="0" marR="0" indent="0" algn="l" defTabSz="2438338" rtl="0" latinLnBrk="0">
        <a:lnSpc>
          <a:spcPct val="80000"/>
        </a:lnSpc>
        <a:spcBef>
          <a:spcPts val="0"/>
        </a:spcBef>
        <a:spcAft>
          <a:spcPts val="0"/>
        </a:spcAft>
        <a:buClrTx/>
        <a:buSzTx/>
        <a:buFontTx/>
        <a:buNone/>
        <a:tabLst/>
        <a:defRPr sz="8500" b="0" i="0" u="none" strike="noStrike" cap="none" spc="-170" baseline="0">
          <a:solidFill>
            <a:srgbClr val="FFFFFF"/>
          </a:solidFill>
          <a:uFillTx/>
          <a:latin typeface="+mn-lt"/>
          <a:ea typeface="+mn-ea"/>
          <a:cs typeface="+mn-cs"/>
          <a:sym typeface="Clancy Bold"/>
        </a:defRPr>
      </a:lvl2pPr>
      <a:lvl3pPr marL="0" marR="0" indent="0" algn="l" defTabSz="2438338" rtl="0" latinLnBrk="0">
        <a:lnSpc>
          <a:spcPct val="80000"/>
        </a:lnSpc>
        <a:spcBef>
          <a:spcPts val="0"/>
        </a:spcBef>
        <a:spcAft>
          <a:spcPts val="0"/>
        </a:spcAft>
        <a:buClrTx/>
        <a:buSzTx/>
        <a:buFontTx/>
        <a:buNone/>
        <a:tabLst/>
        <a:defRPr sz="8500" b="0" i="0" u="none" strike="noStrike" cap="none" spc="-170" baseline="0">
          <a:solidFill>
            <a:srgbClr val="FFFFFF"/>
          </a:solidFill>
          <a:uFillTx/>
          <a:latin typeface="+mn-lt"/>
          <a:ea typeface="+mn-ea"/>
          <a:cs typeface="+mn-cs"/>
          <a:sym typeface="Clancy Bold"/>
        </a:defRPr>
      </a:lvl3pPr>
      <a:lvl4pPr marL="0" marR="0" indent="0" algn="l" defTabSz="2438338" rtl="0" latinLnBrk="0">
        <a:lnSpc>
          <a:spcPct val="80000"/>
        </a:lnSpc>
        <a:spcBef>
          <a:spcPts val="0"/>
        </a:spcBef>
        <a:spcAft>
          <a:spcPts val="0"/>
        </a:spcAft>
        <a:buClrTx/>
        <a:buSzTx/>
        <a:buFontTx/>
        <a:buNone/>
        <a:tabLst/>
        <a:defRPr sz="8500" b="0" i="0" u="none" strike="noStrike" cap="none" spc="-170" baseline="0">
          <a:solidFill>
            <a:srgbClr val="FFFFFF"/>
          </a:solidFill>
          <a:uFillTx/>
          <a:latin typeface="+mn-lt"/>
          <a:ea typeface="+mn-ea"/>
          <a:cs typeface="+mn-cs"/>
          <a:sym typeface="Clancy Bold"/>
        </a:defRPr>
      </a:lvl4pPr>
      <a:lvl5pPr marL="0" marR="0" indent="0" algn="l" defTabSz="2438338" rtl="0" latinLnBrk="0">
        <a:lnSpc>
          <a:spcPct val="80000"/>
        </a:lnSpc>
        <a:spcBef>
          <a:spcPts val="0"/>
        </a:spcBef>
        <a:spcAft>
          <a:spcPts val="0"/>
        </a:spcAft>
        <a:buClrTx/>
        <a:buSzTx/>
        <a:buFontTx/>
        <a:buNone/>
        <a:tabLst/>
        <a:defRPr sz="8500" b="0" i="0" u="none" strike="noStrike" cap="none" spc="-170" baseline="0">
          <a:solidFill>
            <a:srgbClr val="FFFFFF"/>
          </a:solidFill>
          <a:uFillTx/>
          <a:latin typeface="+mn-lt"/>
          <a:ea typeface="+mn-ea"/>
          <a:cs typeface="+mn-cs"/>
          <a:sym typeface="Clancy Bold"/>
        </a:defRPr>
      </a:lvl5pPr>
      <a:lvl6pPr marL="0" marR="0" indent="0" algn="l" defTabSz="2438338" rtl="0" latinLnBrk="0">
        <a:lnSpc>
          <a:spcPct val="80000"/>
        </a:lnSpc>
        <a:spcBef>
          <a:spcPts val="0"/>
        </a:spcBef>
        <a:spcAft>
          <a:spcPts val="0"/>
        </a:spcAft>
        <a:buClrTx/>
        <a:buSzTx/>
        <a:buFontTx/>
        <a:buNone/>
        <a:tabLst/>
        <a:defRPr sz="8500" b="0" i="0" u="none" strike="noStrike" cap="none" spc="-170" baseline="0">
          <a:solidFill>
            <a:srgbClr val="FFFFFF"/>
          </a:solidFill>
          <a:uFillTx/>
          <a:latin typeface="+mn-lt"/>
          <a:ea typeface="+mn-ea"/>
          <a:cs typeface="+mn-cs"/>
          <a:sym typeface="Clancy Bold"/>
        </a:defRPr>
      </a:lvl6pPr>
      <a:lvl7pPr marL="0" marR="0" indent="0" algn="l" defTabSz="2438338" rtl="0" latinLnBrk="0">
        <a:lnSpc>
          <a:spcPct val="80000"/>
        </a:lnSpc>
        <a:spcBef>
          <a:spcPts val="0"/>
        </a:spcBef>
        <a:spcAft>
          <a:spcPts val="0"/>
        </a:spcAft>
        <a:buClrTx/>
        <a:buSzTx/>
        <a:buFontTx/>
        <a:buNone/>
        <a:tabLst/>
        <a:defRPr sz="8500" b="0" i="0" u="none" strike="noStrike" cap="none" spc="-170" baseline="0">
          <a:solidFill>
            <a:srgbClr val="FFFFFF"/>
          </a:solidFill>
          <a:uFillTx/>
          <a:latin typeface="+mn-lt"/>
          <a:ea typeface="+mn-ea"/>
          <a:cs typeface="+mn-cs"/>
          <a:sym typeface="Clancy Bold"/>
        </a:defRPr>
      </a:lvl7pPr>
      <a:lvl8pPr marL="0" marR="0" indent="0" algn="l" defTabSz="2438338" rtl="0" latinLnBrk="0">
        <a:lnSpc>
          <a:spcPct val="80000"/>
        </a:lnSpc>
        <a:spcBef>
          <a:spcPts val="0"/>
        </a:spcBef>
        <a:spcAft>
          <a:spcPts val="0"/>
        </a:spcAft>
        <a:buClrTx/>
        <a:buSzTx/>
        <a:buFontTx/>
        <a:buNone/>
        <a:tabLst/>
        <a:defRPr sz="8500" b="0" i="0" u="none" strike="noStrike" cap="none" spc="-170" baseline="0">
          <a:solidFill>
            <a:srgbClr val="FFFFFF"/>
          </a:solidFill>
          <a:uFillTx/>
          <a:latin typeface="+mn-lt"/>
          <a:ea typeface="+mn-ea"/>
          <a:cs typeface="+mn-cs"/>
          <a:sym typeface="Clancy Bold"/>
        </a:defRPr>
      </a:lvl8pPr>
      <a:lvl9pPr marL="0" marR="0" indent="0" algn="l" defTabSz="2438338" rtl="0" latinLnBrk="0">
        <a:lnSpc>
          <a:spcPct val="80000"/>
        </a:lnSpc>
        <a:spcBef>
          <a:spcPts val="0"/>
        </a:spcBef>
        <a:spcAft>
          <a:spcPts val="0"/>
        </a:spcAft>
        <a:buClrTx/>
        <a:buSzTx/>
        <a:buFontTx/>
        <a:buNone/>
        <a:tabLst/>
        <a:defRPr sz="8500" b="0" i="0" u="none" strike="noStrike" cap="none" spc="-170" baseline="0">
          <a:solidFill>
            <a:srgbClr val="FFFFFF"/>
          </a:solidFill>
          <a:uFillTx/>
          <a:latin typeface="+mn-lt"/>
          <a:ea typeface="+mn-ea"/>
          <a:cs typeface="+mn-cs"/>
          <a:sym typeface="Clancy Bold"/>
        </a:defRPr>
      </a:lvl9pPr>
    </p:titleStyle>
    <p:bodyStyle>
      <a:lvl1pPr marL="609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1pPr>
      <a:lvl2pPr marL="1219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2pPr>
      <a:lvl3pPr marL="1828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3pPr>
      <a:lvl4pPr marL="2438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4pPr>
      <a:lvl5pPr marL="30480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5pPr>
      <a:lvl6pPr marL="3657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6pPr>
      <a:lvl7pPr marL="4267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7pPr>
      <a:lvl8pPr marL="4876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8pPr>
      <a:lvl9pPr marL="5486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9pPr>
    </p:bodyStyle>
    <p:otherStyle>
      <a:lvl1pPr marL="0" marR="0" indent="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 name="Design Next, June 2021"/>
          <p:cNvSpPr txBox="1">
            <a:spLocks noGrp="1"/>
          </p:cNvSpPr>
          <p:nvPr>
            <p:ph type="body" idx="21"/>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lnSpcReduction="10000"/>
          </a:bodyPr>
          <a:lstStyle/>
          <a:p>
            <a:r>
              <a:rPr lang="en-AU" dirty="0"/>
              <a:t>SENG</a:t>
            </a:r>
            <a:r>
              <a:rPr dirty="0"/>
              <a:t>, </a:t>
            </a:r>
            <a:r>
              <a:rPr lang="en-AU" dirty="0"/>
              <a:t>T2</a:t>
            </a:r>
            <a:r>
              <a:rPr dirty="0"/>
              <a:t> 202</a:t>
            </a:r>
            <a:r>
              <a:rPr lang="en-AU" dirty="0"/>
              <a:t>6</a:t>
            </a:r>
            <a:endParaRPr dirty="0"/>
          </a:p>
        </p:txBody>
      </p:sp>
      <p:sp>
        <p:nvSpPr>
          <p:cNvPr id="155" name="Week 1 User research plan"/>
          <p:cNvSpPr txBox="1">
            <a:spLocks noGrp="1"/>
          </p:cNvSpPr>
          <p:nvPr>
            <p:ph type="ctrTitle"/>
          </p:nvPr>
        </p:nvSpPr>
        <p:spPr>
          <a:prstGeom prst="rect">
            <a:avLst/>
          </a:prstGeom>
        </p:spPr>
        <p:txBody>
          <a:bodyPr/>
          <a:lstStyle/>
          <a:p>
            <a:r>
              <a:rPr dirty="0"/>
              <a:t>Week </a:t>
            </a:r>
            <a:r>
              <a:rPr lang="en-AU" dirty="0"/>
              <a:t>5</a:t>
            </a:r>
            <a:r>
              <a:rPr dirty="0"/>
              <a:t> </a:t>
            </a:r>
            <a:r>
              <a:rPr lang="en-AU" dirty="0"/>
              <a:t>Prototyping</a:t>
            </a:r>
            <a:endParaRPr dirty="0"/>
          </a:p>
        </p:txBody>
      </p:sp>
      <p:sp>
        <p:nvSpPr>
          <p:cNvPr id="156" name="DESN2000 Workshop"/>
          <p:cNvSpPr txBox="1">
            <a:spLocks noGrp="1"/>
          </p:cNvSpPr>
          <p:nvPr>
            <p:ph type="subTitle" sz="quarter" idx="1"/>
          </p:nvPr>
        </p:nvSpPr>
        <p:spPr>
          <a:prstGeom prst="rect">
            <a:avLst/>
          </a:prstGeom>
        </p:spPr>
        <p:txBody>
          <a:bodyPr/>
          <a:lstStyle>
            <a:lvl1pPr>
              <a:defRPr>
                <a:solidFill>
                  <a:srgbClr val="000000"/>
                </a:solidFill>
              </a:defRPr>
            </a:lvl1pPr>
          </a:lstStyle>
          <a:p>
            <a:r>
              <a:rPr dirty="0"/>
              <a:t>DESN2000 </a:t>
            </a:r>
            <a:r>
              <a:rPr lang="en-AU" dirty="0"/>
              <a:t>SENG </a:t>
            </a:r>
            <a:r>
              <a:rPr dirty="0"/>
              <a:t>Workshop</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Overview – Making a research plan"/>
          <p:cNvSpPr txBox="1">
            <a:spLocks noGrp="1"/>
          </p:cNvSpPr>
          <p:nvPr>
            <p:ph type="title"/>
          </p:nvPr>
        </p:nvSpPr>
        <p:spPr>
          <a:prstGeom prst="rect">
            <a:avLst/>
          </a:prstGeom>
        </p:spPr>
        <p:txBody>
          <a:bodyPr/>
          <a:lstStyle/>
          <a:p>
            <a:r>
              <a:rPr dirty="0"/>
              <a:t>Overview – </a:t>
            </a:r>
            <a:r>
              <a:rPr lang="en-AU" dirty="0"/>
              <a:t>Prototyping</a:t>
            </a:r>
            <a:endParaRPr dirty="0"/>
          </a:p>
        </p:txBody>
      </p:sp>
      <p:sp>
        <p:nvSpPr>
          <p:cNvPr id="159" name="1 hour workshop"/>
          <p:cNvSpPr txBox="1">
            <a:spLocks noGrp="1"/>
          </p:cNvSpPr>
          <p:nvPr>
            <p:ph type="body" idx="21"/>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pPr marL="0" lvl="1" indent="0" defTabSz="825500">
              <a:lnSpc>
                <a:spcPct val="100000"/>
              </a:lnSpc>
              <a:spcBef>
                <a:spcPts val="0"/>
              </a:spcBef>
              <a:buSzTx/>
              <a:buNone/>
              <a:defRPr sz="5500">
                <a:latin typeface="Clancy Light"/>
                <a:ea typeface="Clancy Light"/>
                <a:cs typeface="Clancy Light"/>
                <a:sym typeface="Clancy Light"/>
              </a:defRPr>
            </a:pPr>
            <a:r>
              <a:rPr lang="en-AU" dirty="0"/>
              <a:t>2</a:t>
            </a:r>
            <a:r>
              <a:rPr dirty="0"/>
              <a:t> hour workshop</a:t>
            </a:r>
          </a:p>
        </p:txBody>
      </p:sp>
      <p:sp>
        <p:nvSpPr>
          <p:cNvPr id="160" name="Introduction…"/>
          <p:cNvSpPr txBox="1">
            <a:spLocks noGrp="1"/>
          </p:cNvSpPr>
          <p:nvPr>
            <p:ph type="body" idx="1"/>
          </p:nvPr>
        </p:nvSpPr>
        <p:spPr>
          <a:xfrm>
            <a:off x="1206500" y="3994504"/>
            <a:ext cx="21971000" cy="7218041"/>
          </a:xfrm>
          <a:prstGeom prst="rect">
            <a:avLst/>
          </a:prstGeom>
        </p:spPr>
        <p:txBody>
          <a:bodyPr>
            <a:normAutofit/>
          </a:bodyPr>
          <a:lstStyle/>
          <a:p>
            <a:r>
              <a:rPr lang="en-AU" dirty="0"/>
              <a:t>Intro</a:t>
            </a:r>
          </a:p>
          <a:p>
            <a:r>
              <a:rPr lang="en-AU" dirty="0"/>
              <a:t>Prototyping</a:t>
            </a:r>
          </a:p>
          <a:p>
            <a:r>
              <a:rPr lang="en-AU" dirty="0"/>
              <a:t>Group Work – preparation for Interim Report submission – user stories/acceptance criteria and Preliminary Prototype</a:t>
            </a:r>
            <a:endParaRPr dirty="0"/>
          </a:p>
          <a:p>
            <a:endParaRPr dirty="0"/>
          </a:p>
        </p:txBody>
      </p:sp>
      <p:graphicFrame>
        <p:nvGraphicFramePr>
          <p:cNvPr id="161" name="Table"/>
          <p:cNvGraphicFramePr/>
          <p:nvPr>
            <p:extLst>
              <p:ext uri="{D42A27DB-BD31-4B8C-83A1-F6EECF244321}">
                <p14:modId xmlns:p14="http://schemas.microsoft.com/office/powerpoint/2010/main" val="1170560601"/>
              </p:ext>
            </p:extLst>
          </p:nvPr>
        </p:nvGraphicFramePr>
        <p:xfrm>
          <a:off x="2534" y="11774486"/>
          <a:ext cx="24381464" cy="1961332"/>
        </p:xfrm>
        <a:graphic>
          <a:graphicData uri="http://schemas.openxmlformats.org/drawingml/2006/table">
            <a:tbl>
              <a:tblPr>
                <a:tableStyleId>{4C3C2611-4C71-4FC5-86AE-919BDF0F9419}</a:tableStyleId>
              </a:tblPr>
              <a:tblGrid>
                <a:gridCol w="6095366">
                  <a:extLst>
                    <a:ext uri="{9D8B030D-6E8A-4147-A177-3AD203B41FA5}">
                      <a16:colId xmlns:a16="http://schemas.microsoft.com/office/drawing/2014/main" val="20000"/>
                    </a:ext>
                  </a:extLst>
                </a:gridCol>
                <a:gridCol w="6095366">
                  <a:extLst>
                    <a:ext uri="{9D8B030D-6E8A-4147-A177-3AD203B41FA5}">
                      <a16:colId xmlns:a16="http://schemas.microsoft.com/office/drawing/2014/main" val="20001"/>
                    </a:ext>
                  </a:extLst>
                </a:gridCol>
                <a:gridCol w="6095366">
                  <a:extLst>
                    <a:ext uri="{9D8B030D-6E8A-4147-A177-3AD203B41FA5}">
                      <a16:colId xmlns:a16="http://schemas.microsoft.com/office/drawing/2014/main" val="20004"/>
                    </a:ext>
                  </a:extLst>
                </a:gridCol>
                <a:gridCol w="6095366">
                  <a:extLst>
                    <a:ext uri="{9D8B030D-6E8A-4147-A177-3AD203B41FA5}">
                      <a16:colId xmlns:a16="http://schemas.microsoft.com/office/drawing/2014/main" val="20005"/>
                    </a:ext>
                  </a:extLst>
                </a:gridCol>
              </a:tblGrid>
              <a:tr h="842874">
                <a:tc>
                  <a:txBody>
                    <a:bodyPr/>
                    <a:lstStyle/>
                    <a:p>
                      <a:pPr defTabSz="914400"/>
                      <a:r>
                        <a:rPr sz="2500" dirty="0"/>
                        <a:t>Intro</a:t>
                      </a:r>
                    </a:p>
                  </a:txBody>
                  <a:tcPr marL="50800" marR="50800" marT="50800" marB="50800" anchor="ctr" horzOverflow="overflow">
                    <a:solidFill>
                      <a:schemeClr val="accent1">
                        <a:lumMod val="60000"/>
                        <a:lumOff val="40000"/>
                      </a:schemeClr>
                    </a:solidFill>
                  </a:tcPr>
                </a:tc>
                <a:tc>
                  <a:txBody>
                    <a:bodyPr/>
                    <a:lstStyle/>
                    <a:p>
                      <a:pPr defTabSz="914400"/>
                      <a:r>
                        <a:rPr lang="en-AU" sz="2500" dirty="0"/>
                        <a:t>Prototyping</a:t>
                      </a:r>
                      <a:endParaRPr sz="2500" dirty="0"/>
                    </a:p>
                  </a:txBody>
                  <a:tcPr marL="50800" marR="50800" marT="50800" marB="50800" anchor="ctr" horzOverflow="overflow">
                    <a:solidFill>
                      <a:schemeClr val="accent1">
                        <a:lumMod val="20000"/>
                        <a:lumOff val="80000"/>
                      </a:schemeClr>
                    </a:solidFill>
                  </a:tcPr>
                </a:tc>
                <a:tc>
                  <a:txBody>
                    <a:bodyPr/>
                    <a:lstStyle/>
                    <a:p>
                      <a:pPr defTabSz="914400"/>
                      <a:r>
                        <a:rPr lang="en-AU" sz="2500" dirty="0"/>
                        <a:t>Group Work</a:t>
                      </a:r>
                      <a:endParaRPr sz="2500" dirty="0"/>
                    </a:p>
                  </a:txBody>
                  <a:tcPr marL="50800" marR="50800" marT="50800" marB="50800" anchor="ctr" horzOverflow="overflow">
                    <a:solidFill>
                      <a:schemeClr val="accent1">
                        <a:lumMod val="20000"/>
                        <a:lumOff val="80000"/>
                      </a:schemeClr>
                    </a:solidFill>
                  </a:tcPr>
                </a:tc>
                <a:tc>
                  <a:txBody>
                    <a:bodyPr/>
                    <a:lstStyle/>
                    <a:p>
                      <a:pPr defTabSz="914400"/>
                      <a:r>
                        <a:rPr sz="2500" dirty="0"/>
                        <a:t>Wrap-up</a:t>
                      </a:r>
                    </a:p>
                  </a:txBody>
                  <a:tcPr marL="50800" marR="50800" marT="50800" marB="50800" anchor="ctr" horzOverflow="overflow">
                    <a:solidFill>
                      <a:schemeClr val="accent1">
                        <a:lumMod val="20000"/>
                        <a:lumOff val="80000"/>
                      </a:schemeClr>
                    </a:solidFill>
                  </a:tcPr>
                </a:tc>
                <a:extLst>
                  <a:ext uri="{0D108BD9-81ED-4DB2-BD59-A6C34878D82A}">
                    <a16:rowId xmlns:a16="http://schemas.microsoft.com/office/drawing/2014/main" val="10000"/>
                  </a:ext>
                </a:extLst>
              </a:tr>
              <a:tr h="549531">
                <a:tc>
                  <a:txBody>
                    <a:bodyPr/>
                    <a:lstStyle/>
                    <a:p>
                      <a:pPr defTabSz="914400"/>
                      <a:r>
                        <a:rPr sz="2500" dirty="0"/>
                        <a:t>5 min</a:t>
                      </a:r>
                    </a:p>
                  </a:txBody>
                  <a:tcPr marL="50800" marR="50800" marT="50800" marB="50800" anchor="ctr" horzOverflow="overflow">
                    <a:solidFill>
                      <a:schemeClr val="accent1">
                        <a:lumMod val="60000"/>
                        <a:lumOff val="40000"/>
                      </a:schemeClr>
                    </a:solidFill>
                  </a:tcPr>
                </a:tc>
                <a:tc>
                  <a:txBody>
                    <a:bodyPr/>
                    <a:lstStyle/>
                    <a:p>
                      <a:pPr defTabSz="914400"/>
                      <a:r>
                        <a:rPr lang="en-AU" sz="2500" dirty="0"/>
                        <a:t>50</a:t>
                      </a:r>
                      <a:r>
                        <a:rPr sz="2500" dirty="0"/>
                        <a:t> min</a:t>
                      </a:r>
                    </a:p>
                  </a:txBody>
                  <a:tcPr marL="50800" marR="50800" marT="50800" marB="50800" anchor="ctr" horzOverflow="overflow">
                    <a:solidFill>
                      <a:srgbClr val="D5D5D5"/>
                    </a:solidFill>
                  </a:tcPr>
                </a:tc>
                <a:tc>
                  <a:txBody>
                    <a:bodyPr/>
                    <a:lstStyle/>
                    <a:p>
                      <a:pPr defTabSz="914400"/>
                      <a:r>
                        <a:rPr lang="en-AU" sz="2500" dirty="0"/>
                        <a:t>50</a:t>
                      </a:r>
                      <a:r>
                        <a:rPr sz="2500" dirty="0"/>
                        <a:t> min</a:t>
                      </a:r>
                    </a:p>
                  </a:txBody>
                  <a:tcPr marL="50800" marR="50800" marT="50800" marB="50800" anchor="ctr" horzOverflow="overflow">
                    <a:solidFill>
                      <a:srgbClr val="D5D5D5"/>
                    </a:solidFill>
                  </a:tcPr>
                </a:tc>
                <a:tc>
                  <a:txBody>
                    <a:bodyPr/>
                    <a:lstStyle/>
                    <a:p>
                      <a:pPr defTabSz="914400"/>
                      <a:r>
                        <a:rPr sz="2500"/>
                        <a:t>5 min</a:t>
                      </a:r>
                    </a:p>
                  </a:txBody>
                  <a:tcPr marL="50800" marR="50800" marT="50800" marB="50800" anchor="ctr" horzOverflow="overflow">
                    <a:solidFill>
                      <a:srgbClr val="D5D5D5"/>
                    </a:solidFill>
                  </a:tcPr>
                </a:tc>
                <a:extLst>
                  <a:ext uri="{0D108BD9-81ED-4DB2-BD59-A6C34878D82A}">
                    <a16:rowId xmlns:a16="http://schemas.microsoft.com/office/drawing/2014/main" val="10001"/>
                  </a:ext>
                </a:extLst>
              </a:tr>
              <a:tr h="568927">
                <a:tc>
                  <a:txBody>
                    <a:bodyPr/>
                    <a:lstStyle/>
                    <a:p>
                      <a:pPr defTabSz="914400"/>
                      <a:r>
                        <a:rPr sz="2500" dirty="0"/>
                        <a:t>all</a:t>
                      </a:r>
                    </a:p>
                  </a:txBody>
                  <a:tcPr marL="50800" marR="50800" marT="50800" marB="50800" anchor="ctr" horzOverflow="overflow">
                    <a:solidFill>
                      <a:schemeClr val="accent1">
                        <a:lumMod val="60000"/>
                        <a:lumOff val="40000"/>
                      </a:schemeClr>
                    </a:solidFill>
                  </a:tcPr>
                </a:tc>
                <a:tc>
                  <a:txBody>
                    <a:bodyPr/>
                    <a:lstStyle/>
                    <a:p>
                      <a:pPr defTabSz="914400"/>
                      <a:r>
                        <a:rPr lang="en-AU" sz="2500" dirty="0"/>
                        <a:t>all</a:t>
                      </a:r>
                      <a:endParaRPr sz="2500" dirty="0"/>
                    </a:p>
                  </a:txBody>
                  <a:tcPr marL="50800" marR="50800" marT="50800" marB="50800" anchor="ctr" horzOverflow="overflow">
                    <a:solidFill>
                      <a:srgbClr val="F2F2F2"/>
                    </a:solidFill>
                  </a:tcPr>
                </a:tc>
                <a:tc>
                  <a:txBody>
                    <a:bodyPr/>
                    <a:lstStyle/>
                    <a:p>
                      <a:pPr defTabSz="914400"/>
                      <a:r>
                        <a:rPr sz="2500" dirty="0"/>
                        <a:t>group</a:t>
                      </a:r>
                    </a:p>
                  </a:txBody>
                  <a:tcPr marL="50800" marR="50800" marT="50800" marB="50800" anchor="ctr" horzOverflow="overflow">
                    <a:solidFill>
                      <a:srgbClr val="F2F2F2"/>
                    </a:solidFill>
                  </a:tcPr>
                </a:tc>
                <a:tc>
                  <a:txBody>
                    <a:bodyPr/>
                    <a:lstStyle/>
                    <a:p>
                      <a:pPr defTabSz="914400"/>
                      <a:r>
                        <a:rPr sz="2500" dirty="0"/>
                        <a:t>all</a:t>
                      </a:r>
                    </a:p>
                  </a:txBody>
                  <a:tcPr marL="50800" marR="50800" marT="50800" marB="50800" anchor="ctr" horzOverflow="overflow">
                    <a:solidFill>
                      <a:srgbClr val="F2F2F2"/>
                    </a:solidFill>
                  </a:tcPr>
                </a:tc>
                <a:extLst>
                  <a:ext uri="{0D108BD9-81ED-4DB2-BD59-A6C34878D82A}">
                    <a16:rowId xmlns:a16="http://schemas.microsoft.com/office/drawing/2014/main" val="10002"/>
                  </a:ext>
                </a:extLst>
              </a:tr>
            </a:tbl>
          </a:graphicData>
        </a:graphic>
      </p:graphicFrame>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Overview – Broader picture"/>
          <p:cNvSpPr txBox="1">
            <a:spLocks noGrp="1"/>
          </p:cNvSpPr>
          <p:nvPr>
            <p:ph type="title"/>
          </p:nvPr>
        </p:nvSpPr>
        <p:spPr>
          <a:prstGeom prst="rect">
            <a:avLst/>
          </a:prstGeom>
        </p:spPr>
        <p:txBody>
          <a:bodyPr/>
          <a:lstStyle/>
          <a:p>
            <a:r>
              <a:rPr dirty="0"/>
              <a:t>Overview – </a:t>
            </a:r>
            <a:r>
              <a:rPr lang="en-AU" dirty="0"/>
              <a:t>Why are we here today?</a:t>
            </a:r>
            <a:endParaRPr dirty="0"/>
          </a:p>
        </p:txBody>
      </p:sp>
      <p:sp>
        <p:nvSpPr>
          <p:cNvPr id="164" name="What you’ll aim for"/>
          <p:cNvSpPr txBox="1">
            <a:spLocks noGrp="1"/>
          </p:cNvSpPr>
          <p:nvPr>
            <p:ph type="body" idx="21"/>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pPr marL="0" lvl="1" indent="0" defTabSz="825500">
              <a:lnSpc>
                <a:spcPct val="100000"/>
              </a:lnSpc>
              <a:spcBef>
                <a:spcPts val="0"/>
              </a:spcBef>
              <a:buSzTx/>
              <a:buNone/>
              <a:defRPr sz="5500">
                <a:latin typeface="Clancy Light"/>
                <a:ea typeface="Clancy Light"/>
                <a:cs typeface="Clancy Light"/>
                <a:sym typeface="Clancy Light"/>
              </a:defRPr>
            </a:pPr>
            <a:r>
              <a:rPr dirty="0"/>
              <a:t>What you’ll aim for</a:t>
            </a:r>
          </a:p>
        </p:txBody>
      </p:sp>
      <p:sp>
        <p:nvSpPr>
          <p:cNvPr id="7" name="Which uncertainties and assumptions do you have…?…">
            <a:extLst>
              <a:ext uri="{FF2B5EF4-FFF2-40B4-BE49-F238E27FC236}">
                <a16:creationId xmlns:a16="http://schemas.microsoft.com/office/drawing/2014/main" id="{15CF7C65-8F4F-C2D4-DA67-08E5574B5002}"/>
              </a:ext>
            </a:extLst>
          </p:cNvPr>
          <p:cNvSpPr txBox="1">
            <a:spLocks/>
          </p:cNvSpPr>
          <p:nvPr/>
        </p:nvSpPr>
        <p:spPr>
          <a:xfrm>
            <a:off x="1206500" y="3969994"/>
            <a:ext cx="21971000" cy="737304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609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1pPr>
            <a:lvl2pPr marL="1219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2pPr>
            <a:lvl3pPr marL="1828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3pPr>
            <a:lvl4pPr marL="2438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4pPr>
            <a:lvl5pPr marL="30480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5pPr>
            <a:lvl6pPr marL="3657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6pPr>
            <a:lvl7pPr marL="4267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7pPr>
            <a:lvl8pPr marL="4876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8pPr>
            <a:lvl9pPr marL="5486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9pPr>
          </a:lstStyle>
          <a:p>
            <a:pPr marL="0" indent="0" hangingPunct="1">
              <a:buFontTx/>
              <a:buNone/>
            </a:pPr>
            <a:r>
              <a:rPr lang="en-AU" dirty="0"/>
              <a:t>At the end of the workshop you should understand:</a:t>
            </a:r>
          </a:p>
          <a:p>
            <a:pPr lvl="1" hangingPunct="1"/>
            <a:r>
              <a:rPr lang="en-AU" dirty="0"/>
              <a:t>How to choose the right fidelity for the stage of the design process you are at</a:t>
            </a:r>
          </a:p>
          <a:p>
            <a:pPr lvl="1" hangingPunct="1"/>
            <a:r>
              <a:rPr lang="en-AU" dirty="0"/>
              <a:t>Basics of low-fidelity prototyping</a:t>
            </a:r>
          </a:p>
          <a:p>
            <a:pPr marL="335280" indent="-335280" defTabSz="1341086" hangingPunct="1">
              <a:spcBef>
                <a:spcPts val="2400"/>
              </a:spcBef>
              <a:defRPr sz="2640"/>
            </a:pPr>
            <a:endParaRPr lang="en-AU" sz="2640" dirty="0"/>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 name="Context mapping"/>
          <p:cNvSpPr txBox="1">
            <a:spLocks noGrp="1"/>
          </p:cNvSpPr>
          <p:nvPr>
            <p:ph type="title"/>
          </p:nvPr>
        </p:nvSpPr>
        <p:spPr>
          <a:prstGeom prst="rect">
            <a:avLst/>
          </a:prstGeom>
        </p:spPr>
        <p:txBody>
          <a:bodyPr/>
          <a:lstStyle/>
          <a:p>
            <a:r>
              <a:rPr lang="en-AU" dirty="0"/>
              <a:t>Prototyping</a:t>
            </a:r>
            <a:endParaRPr dirty="0"/>
          </a:p>
        </p:txBody>
      </p:sp>
      <p:sp>
        <p:nvSpPr>
          <p:cNvPr id="176" name="15 minutes"/>
          <p:cNvSpPr txBox="1">
            <a:spLocks noGrp="1"/>
          </p:cNvSpPr>
          <p:nvPr>
            <p:ph type="body" idx="21"/>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pPr marL="0" lvl="1" indent="0" defTabSz="825500">
              <a:lnSpc>
                <a:spcPct val="100000"/>
              </a:lnSpc>
              <a:spcBef>
                <a:spcPts val="0"/>
              </a:spcBef>
              <a:buSzTx/>
              <a:buNone/>
              <a:defRPr sz="5500">
                <a:latin typeface="Clancy Light"/>
                <a:ea typeface="Clancy Light"/>
                <a:cs typeface="Clancy Light"/>
                <a:sym typeface="Clancy Light"/>
              </a:defRPr>
            </a:pPr>
            <a:r>
              <a:rPr lang="en-AU" dirty="0"/>
              <a:t>50</a:t>
            </a:r>
            <a:r>
              <a:rPr dirty="0"/>
              <a:t> minutes</a:t>
            </a:r>
          </a:p>
        </p:txBody>
      </p:sp>
      <p:sp>
        <p:nvSpPr>
          <p:cNvPr id="177" name="Consider stakeholders (owners, users, maintainers, etc.) and their perspectives towards the posed problem.…"/>
          <p:cNvSpPr txBox="1">
            <a:spLocks noGrp="1"/>
          </p:cNvSpPr>
          <p:nvPr>
            <p:ph type="body" idx="1"/>
          </p:nvPr>
        </p:nvSpPr>
        <p:spPr>
          <a:xfrm>
            <a:off x="1206500" y="3994504"/>
            <a:ext cx="21971000" cy="7299893"/>
          </a:xfrm>
          <a:prstGeom prst="rect">
            <a:avLst/>
          </a:prstGeom>
        </p:spPr>
        <p:txBody>
          <a:bodyPr>
            <a:normAutofit/>
          </a:bodyPr>
          <a:lstStyle/>
          <a:p>
            <a:r>
              <a:rPr lang="en-US" dirty="0"/>
              <a:t>The fidelity of the prototype can be broken down into three components: visual, content and functional. There is a huge range for each of these that determines the final fidelity of the overall prototype</a:t>
            </a:r>
          </a:p>
          <a:p>
            <a:pPr lvl="1"/>
            <a:r>
              <a:rPr lang="en-US" dirty="0"/>
              <a:t>The higher the fidelity, the closer the prototype is to how the real product will look/feel</a:t>
            </a:r>
          </a:p>
          <a:p>
            <a:pPr lvl="1"/>
            <a:r>
              <a:rPr lang="en-US" dirty="0"/>
              <a:t>When should you go for a lower fidelity prototype and when should you consider moving towards higher fidelity?</a:t>
            </a:r>
          </a:p>
          <a:p>
            <a:endParaRPr lang="en-US" dirty="0"/>
          </a:p>
        </p:txBody>
      </p:sp>
      <p:graphicFrame>
        <p:nvGraphicFramePr>
          <p:cNvPr id="6" name="Table">
            <a:extLst>
              <a:ext uri="{FF2B5EF4-FFF2-40B4-BE49-F238E27FC236}">
                <a16:creationId xmlns:a16="http://schemas.microsoft.com/office/drawing/2014/main" id="{037BEBB0-3840-02A5-7F10-2C2DE13650C7}"/>
              </a:ext>
            </a:extLst>
          </p:cNvPr>
          <p:cNvGraphicFramePr/>
          <p:nvPr>
            <p:extLst>
              <p:ext uri="{D42A27DB-BD31-4B8C-83A1-F6EECF244321}">
                <p14:modId xmlns:p14="http://schemas.microsoft.com/office/powerpoint/2010/main" val="4098072657"/>
              </p:ext>
            </p:extLst>
          </p:nvPr>
        </p:nvGraphicFramePr>
        <p:xfrm>
          <a:off x="2534" y="11774486"/>
          <a:ext cx="24381464" cy="1961332"/>
        </p:xfrm>
        <a:graphic>
          <a:graphicData uri="http://schemas.openxmlformats.org/drawingml/2006/table">
            <a:tbl>
              <a:tblPr>
                <a:tableStyleId>{4C3C2611-4C71-4FC5-86AE-919BDF0F9419}</a:tableStyleId>
              </a:tblPr>
              <a:tblGrid>
                <a:gridCol w="6095366">
                  <a:extLst>
                    <a:ext uri="{9D8B030D-6E8A-4147-A177-3AD203B41FA5}">
                      <a16:colId xmlns:a16="http://schemas.microsoft.com/office/drawing/2014/main" val="20000"/>
                    </a:ext>
                  </a:extLst>
                </a:gridCol>
                <a:gridCol w="6095366">
                  <a:extLst>
                    <a:ext uri="{9D8B030D-6E8A-4147-A177-3AD203B41FA5}">
                      <a16:colId xmlns:a16="http://schemas.microsoft.com/office/drawing/2014/main" val="20001"/>
                    </a:ext>
                  </a:extLst>
                </a:gridCol>
                <a:gridCol w="6095366">
                  <a:extLst>
                    <a:ext uri="{9D8B030D-6E8A-4147-A177-3AD203B41FA5}">
                      <a16:colId xmlns:a16="http://schemas.microsoft.com/office/drawing/2014/main" val="20004"/>
                    </a:ext>
                  </a:extLst>
                </a:gridCol>
                <a:gridCol w="6095366">
                  <a:extLst>
                    <a:ext uri="{9D8B030D-6E8A-4147-A177-3AD203B41FA5}">
                      <a16:colId xmlns:a16="http://schemas.microsoft.com/office/drawing/2014/main" val="20005"/>
                    </a:ext>
                  </a:extLst>
                </a:gridCol>
              </a:tblGrid>
              <a:tr h="842874">
                <a:tc>
                  <a:txBody>
                    <a:bodyPr/>
                    <a:lstStyle/>
                    <a:p>
                      <a:pPr defTabSz="914400"/>
                      <a:r>
                        <a:rPr sz="2500" dirty="0"/>
                        <a:t>Intro</a:t>
                      </a:r>
                    </a:p>
                  </a:txBody>
                  <a:tcPr marL="50800" marR="50800" marT="50800" marB="50800" anchor="ctr" horzOverflow="overflow">
                    <a:solidFill>
                      <a:schemeClr val="accent1">
                        <a:lumMod val="50000"/>
                      </a:schemeClr>
                    </a:solidFill>
                  </a:tcPr>
                </a:tc>
                <a:tc>
                  <a:txBody>
                    <a:bodyPr/>
                    <a:lstStyle/>
                    <a:p>
                      <a:pPr defTabSz="914400"/>
                      <a:r>
                        <a:rPr lang="en-AU" sz="2500" dirty="0"/>
                        <a:t>Prototyping</a:t>
                      </a:r>
                      <a:endParaRPr sz="2500" dirty="0"/>
                    </a:p>
                  </a:txBody>
                  <a:tcPr marL="50800" marR="50800" marT="50800" marB="50800" anchor="ctr" horzOverflow="overflow">
                    <a:solidFill>
                      <a:schemeClr val="accent1">
                        <a:lumMod val="60000"/>
                        <a:lumOff val="40000"/>
                      </a:schemeClr>
                    </a:solidFill>
                  </a:tcPr>
                </a:tc>
                <a:tc>
                  <a:txBody>
                    <a:bodyPr/>
                    <a:lstStyle/>
                    <a:p>
                      <a:pPr defTabSz="914400"/>
                      <a:r>
                        <a:rPr lang="en-AU" sz="2500" dirty="0"/>
                        <a:t>Group Work</a:t>
                      </a:r>
                      <a:endParaRPr sz="2500" dirty="0"/>
                    </a:p>
                  </a:txBody>
                  <a:tcPr marL="50800" marR="50800" marT="50800" marB="50800" anchor="ctr" horzOverflow="overflow">
                    <a:solidFill>
                      <a:schemeClr val="accent1">
                        <a:lumMod val="20000"/>
                        <a:lumOff val="80000"/>
                      </a:schemeClr>
                    </a:solidFill>
                  </a:tcPr>
                </a:tc>
                <a:tc>
                  <a:txBody>
                    <a:bodyPr/>
                    <a:lstStyle/>
                    <a:p>
                      <a:pPr defTabSz="914400"/>
                      <a:r>
                        <a:rPr sz="2500" dirty="0"/>
                        <a:t>Wrap-up</a:t>
                      </a:r>
                    </a:p>
                  </a:txBody>
                  <a:tcPr marL="50800" marR="50800" marT="50800" marB="50800" anchor="ctr" horzOverflow="overflow">
                    <a:solidFill>
                      <a:schemeClr val="accent1">
                        <a:lumMod val="20000"/>
                        <a:lumOff val="80000"/>
                      </a:schemeClr>
                    </a:solidFill>
                  </a:tcPr>
                </a:tc>
                <a:extLst>
                  <a:ext uri="{0D108BD9-81ED-4DB2-BD59-A6C34878D82A}">
                    <a16:rowId xmlns:a16="http://schemas.microsoft.com/office/drawing/2014/main" val="10000"/>
                  </a:ext>
                </a:extLst>
              </a:tr>
              <a:tr h="549531">
                <a:tc>
                  <a:txBody>
                    <a:bodyPr/>
                    <a:lstStyle/>
                    <a:p>
                      <a:pPr defTabSz="914400"/>
                      <a:r>
                        <a:rPr sz="2500" dirty="0"/>
                        <a:t>5 min</a:t>
                      </a:r>
                    </a:p>
                  </a:txBody>
                  <a:tcPr marL="50800" marR="50800" marT="50800" marB="50800" anchor="ctr" horzOverflow="overflow">
                    <a:solidFill>
                      <a:schemeClr val="accent1">
                        <a:lumMod val="50000"/>
                      </a:schemeClr>
                    </a:solidFill>
                  </a:tcPr>
                </a:tc>
                <a:tc>
                  <a:txBody>
                    <a:bodyPr/>
                    <a:lstStyle/>
                    <a:p>
                      <a:pPr defTabSz="914400"/>
                      <a:r>
                        <a:rPr lang="en-AU" sz="2500" dirty="0"/>
                        <a:t>50</a:t>
                      </a:r>
                      <a:r>
                        <a:rPr sz="2500" dirty="0"/>
                        <a:t> min</a:t>
                      </a:r>
                    </a:p>
                  </a:txBody>
                  <a:tcPr marL="50800" marR="50800" marT="50800" marB="50800" anchor="ctr" horzOverflow="overflow">
                    <a:solidFill>
                      <a:schemeClr val="accent1">
                        <a:lumMod val="60000"/>
                        <a:lumOff val="40000"/>
                      </a:schemeClr>
                    </a:solidFill>
                  </a:tcPr>
                </a:tc>
                <a:tc>
                  <a:txBody>
                    <a:bodyPr/>
                    <a:lstStyle/>
                    <a:p>
                      <a:pPr defTabSz="914400"/>
                      <a:r>
                        <a:rPr lang="en-AU" sz="2500" dirty="0"/>
                        <a:t>50</a:t>
                      </a:r>
                      <a:r>
                        <a:rPr sz="2500" dirty="0"/>
                        <a:t> min</a:t>
                      </a:r>
                    </a:p>
                  </a:txBody>
                  <a:tcPr marL="50800" marR="50800" marT="50800" marB="50800" anchor="ctr" horzOverflow="overflow">
                    <a:solidFill>
                      <a:srgbClr val="D5D5D5"/>
                    </a:solidFill>
                  </a:tcPr>
                </a:tc>
                <a:tc>
                  <a:txBody>
                    <a:bodyPr/>
                    <a:lstStyle/>
                    <a:p>
                      <a:pPr defTabSz="914400"/>
                      <a:r>
                        <a:rPr sz="2500" dirty="0"/>
                        <a:t>5 min</a:t>
                      </a:r>
                    </a:p>
                  </a:txBody>
                  <a:tcPr marL="50800" marR="50800" marT="50800" marB="50800" anchor="ctr" horzOverflow="overflow">
                    <a:solidFill>
                      <a:srgbClr val="D5D5D5"/>
                    </a:solidFill>
                  </a:tcPr>
                </a:tc>
                <a:extLst>
                  <a:ext uri="{0D108BD9-81ED-4DB2-BD59-A6C34878D82A}">
                    <a16:rowId xmlns:a16="http://schemas.microsoft.com/office/drawing/2014/main" val="10001"/>
                  </a:ext>
                </a:extLst>
              </a:tr>
              <a:tr h="568927">
                <a:tc>
                  <a:txBody>
                    <a:bodyPr/>
                    <a:lstStyle/>
                    <a:p>
                      <a:pPr defTabSz="914400"/>
                      <a:r>
                        <a:rPr sz="2500" dirty="0"/>
                        <a:t>all</a:t>
                      </a:r>
                    </a:p>
                  </a:txBody>
                  <a:tcPr marL="50800" marR="50800" marT="50800" marB="50800" anchor="ctr" horzOverflow="overflow">
                    <a:solidFill>
                      <a:schemeClr val="accent1">
                        <a:lumMod val="50000"/>
                      </a:schemeClr>
                    </a:solidFill>
                  </a:tcPr>
                </a:tc>
                <a:tc>
                  <a:txBody>
                    <a:bodyPr/>
                    <a:lstStyle/>
                    <a:p>
                      <a:pPr defTabSz="914400"/>
                      <a:r>
                        <a:rPr lang="en-AU" sz="2500" dirty="0"/>
                        <a:t>all</a:t>
                      </a:r>
                      <a:endParaRPr sz="2500" dirty="0"/>
                    </a:p>
                  </a:txBody>
                  <a:tcPr marL="50800" marR="50800" marT="50800" marB="50800" anchor="ctr" horzOverflow="overflow">
                    <a:solidFill>
                      <a:schemeClr val="accent1">
                        <a:lumMod val="60000"/>
                        <a:lumOff val="40000"/>
                      </a:schemeClr>
                    </a:solidFill>
                  </a:tcPr>
                </a:tc>
                <a:tc>
                  <a:txBody>
                    <a:bodyPr/>
                    <a:lstStyle/>
                    <a:p>
                      <a:pPr defTabSz="914400"/>
                      <a:r>
                        <a:rPr sz="2500" dirty="0"/>
                        <a:t>group</a:t>
                      </a:r>
                    </a:p>
                  </a:txBody>
                  <a:tcPr marL="50800" marR="50800" marT="50800" marB="50800" anchor="ctr" horzOverflow="overflow">
                    <a:solidFill>
                      <a:srgbClr val="F2F2F2"/>
                    </a:solidFill>
                  </a:tcPr>
                </a:tc>
                <a:tc>
                  <a:txBody>
                    <a:bodyPr/>
                    <a:lstStyle/>
                    <a:p>
                      <a:pPr defTabSz="914400"/>
                      <a:r>
                        <a:rPr sz="2500" dirty="0"/>
                        <a:t>all</a:t>
                      </a:r>
                    </a:p>
                  </a:txBody>
                  <a:tcPr marL="50800" marR="50800" marT="50800" marB="50800" anchor="ctr" horzOverflow="overflow">
                    <a:solidFill>
                      <a:srgbClr val="F2F2F2"/>
                    </a:solidFill>
                  </a:tcPr>
                </a:tc>
                <a:extLst>
                  <a:ext uri="{0D108BD9-81ED-4DB2-BD59-A6C34878D82A}">
                    <a16:rowId xmlns:a16="http://schemas.microsoft.com/office/drawing/2014/main" val="10002"/>
                  </a:ext>
                </a:extLst>
              </a:tr>
            </a:tbl>
          </a:graphicData>
        </a:graphic>
      </p:graphicFrame>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 name="Context mapping"/>
          <p:cNvSpPr txBox="1">
            <a:spLocks noGrp="1"/>
          </p:cNvSpPr>
          <p:nvPr>
            <p:ph type="title"/>
          </p:nvPr>
        </p:nvSpPr>
        <p:spPr>
          <a:prstGeom prst="rect">
            <a:avLst/>
          </a:prstGeom>
        </p:spPr>
        <p:txBody>
          <a:bodyPr/>
          <a:lstStyle/>
          <a:p>
            <a:r>
              <a:rPr lang="en-AU" dirty="0"/>
              <a:t>Prototyping</a:t>
            </a:r>
            <a:endParaRPr dirty="0"/>
          </a:p>
        </p:txBody>
      </p:sp>
      <p:sp>
        <p:nvSpPr>
          <p:cNvPr id="176" name="15 minutes"/>
          <p:cNvSpPr txBox="1">
            <a:spLocks noGrp="1"/>
          </p:cNvSpPr>
          <p:nvPr>
            <p:ph type="body" idx="21"/>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pPr marL="0" lvl="1" indent="0" defTabSz="825500">
              <a:lnSpc>
                <a:spcPct val="100000"/>
              </a:lnSpc>
              <a:spcBef>
                <a:spcPts val="0"/>
              </a:spcBef>
              <a:buSzTx/>
              <a:buNone/>
              <a:defRPr sz="5500">
                <a:latin typeface="Clancy Light"/>
                <a:ea typeface="Clancy Light"/>
                <a:cs typeface="Clancy Light"/>
                <a:sym typeface="Clancy Light"/>
              </a:defRPr>
            </a:pPr>
            <a:r>
              <a:rPr lang="en-AU" dirty="0"/>
              <a:t>50</a:t>
            </a:r>
            <a:r>
              <a:rPr dirty="0"/>
              <a:t> minutes</a:t>
            </a:r>
          </a:p>
        </p:txBody>
      </p:sp>
      <p:sp>
        <p:nvSpPr>
          <p:cNvPr id="177" name="Consider stakeholders (owners, users, maintainers, etc.) and their perspectives towards the posed problem.…"/>
          <p:cNvSpPr txBox="1">
            <a:spLocks noGrp="1"/>
          </p:cNvSpPr>
          <p:nvPr>
            <p:ph type="body" idx="1"/>
          </p:nvPr>
        </p:nvSpPr>
        <p:spPr>
          <a:xfrm>
            <a:off x="1206500" y="3994504"/>
            <a:ext cx="21971000" cy="7299893"/>
          </a:xfrm>
          <a:prstGeom prst="rect">
            <a:avLst/>
          </a:prstGeom>
        </p:spPr>
        <p:txBody>
          <a:bodyPr>
            <a:normAutofit/>
          </a:bodyPr>
          <a:lstStyle/>
          <a:p>
            <a:r>
              <a:rPr lang="en-US" dirty="0"/>
              <a:t>Think back to the user stories and user story mapping that you have conducted over the last two weeks of workshops (in the context of a streaming interface)</a:t>
            </a:r>
          </a:p>
          <a:p>
            <a:r>
              <a:rPr lang="en-US" dirty="0"/>
              <a:t>Choose some of those user stories to write your acceptance criteria with, and then supplement this with some low-fidelity prototypes – you can sketch, use Figma or another tool to create LOW-FIDELITY content. </a:t>
            </a:r>
          </a:p>
        </p:txBody>
      </p:sp>
    </p:spTree>
    <p:extLst>
      <p:ext uri="{BB962C8B-B14F-4D97-AF65-F5344CB8AC3E}">
        <p14:creationId xmlns:p14="http://schemas.microsoft.com/office/powerpoint/2010/main" val="3232466342"/>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63F800D-DE9A-0BA6-5BA1-54CCE3A0C0B2}"/>
              </a:ext>
            </a:extLst>
          </p:cNvPr>
          <p:cNvSpPr>
            <a:spLocks noGrp="1"/>
          </p:cNvSpPr>
          <p:nvPr>
            <p:ph type="pic" idx="21"/>
          </p:nvPr>
        </p:nvSpPr>
        <p:spPr>
          <a:solidFill>
            <a:schemeClr val="tx2">
              <a:lumMod val="10000"/>
            </a:schemeClr>
          </a:solidFill>
        </p:spPr>
        <p:txBody>
          <a:bodyPr/>
          <a:lstStyle/>
          <a:p>
            <a:endParaRPr lang="en-AU"/>
          </a:p>
        </p:txBody>
      </p:sp>
      <p:sp>
        <p:nvSpPr>
          <p:cNvPr id="2" name="Title 1">
            <a:extLst>
              <a:ext uri="{FF2B5EF4-FFF2-40B4-BE49-F238E27FC236}">
                <a16:creationId xmlns:a16="http://schemas.microsoft.com/office/drawing/2014/main" id="{EB0A4DC2-1DE7-25E6-EE49-6D0C61A59E2F}"/>
              </a:ext>
            </a:extLst>
          </p:cNvPr>
          <p:cNvSpPr>
            <a:spLocks noGrp="1"/>
          </p:cNvSpPr>
          <p:nvPr>
            <p:ph type="title"/>
          </p:nvPr>
        </p:nvSpPr>
        <p:spPr/>
        <p:txBody>
          <a:bodyPr>
            <a:normAutofit/>
          </a:bodyPr>
          <a:lstStyle/>
          <a:p>
            <a:r>
              <a:rPr lang="en-GB" dirty="0">
                <a:solidFill>
                  <a:schemeClr val="tx2">
                    <a:lumMod val="10000"/>
                  </a:schemeClr>
                </a:solidFill>
              </a:rPr>
              <a:t>Overview: feasibility and testing in our project stream</a:t>
            </a:r>
          </a:p>
        </p:txBody>
      </p:sp>
      <p:pic>
        <p:nvPicPr>
          <p:cNvPr id="1028" name="Picture 4" descr="Prototype Testing: A Step by Step Guide (2023) | Blog">
            <a:extLst>
              <a:ext uri="{FF2B5EF4-FFF2-40B4-BE49-F238E27FC236}">
                <a16:creationId xmlns:a16="http://schemas.microsoft.com/office/drawing/2014/main" id="{6CCCEFEF-860E-8B80-1265-5D110EAB45E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186" t="2465" r="1180" b="2352"/>
          <a:stretch/>
        </p:blipFill>
        <p:spPr bwMode="auto">
          <a:xfrm>
            <a:off x="1206500" y="1669312"/>
            <a:ext cx="10854377" cy="4655938"/>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Creating wireframes and low-fidelity prototypes in Figma for the Google UX  course | by Rachel Lang | Bootcamp">
            <a:extLst>
              <a:ext uri="{FF2B5EF4-FFF2-40B4-BE49-F238E27FC236}">
                <a16:creationId xmlns:a16="http://schemas.microsoft.com/office/drawing/2014/main" id="{916BA74D-7559-51BD-823C-CD3DC4BD6E4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66842" y="6599037"/>
            <a:ext cx="10895301" cy="5447651"/>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Do mobile app design in figma with clickable ui prototype by  App_design_work | Fiverr">
            <a:extLst>
              <a:ext uri="{FF2B5EF4-FFF2-40B4-BE49-F238E27FC236}">
                <a16:creationId xmlns:a16="http://schemas.microsoft.com/office/drawing/2014/main" id="{9C8D71B9-49FD-EC90-7541-6F81F6071899}"/>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0322" r="12199"/>
          <a:stretch/>
        </p:blipFill>
        <p:spPr bwMode="auto">
          <a:xfrm>
            <a:off x="12323124" y="1669311"/>
            <a:ext cx="10720363" cy="103773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5222724"/>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 name="Plan your research"/>
          <p:cNvSpPr txBox="1">
            <a:spLocks noGrp="1"/>
          </p:cNvSpPr>
          <p:nvPr>
            <p:ph type="title"/>
          </p:nvPr>
        </p:nvSpPr>
        <p:spPr>
          <a:prstGeom prst="rect">
            <a:avLst/>
          </a:prstGeom>
        </p:spPr>
        <p:txBody>
          <a:bodyPr/>
          <a:lstStyle/>
          <a:p>
            <a:r>
              <a:rPr lang="en-AU" dirty="0"/>
              <a:t>Group Work</a:t>
            </a:r>
            <a:endParaRPr dirty="0"/>
          </a:p>
        </p:txBody>
      </p:sp>
      <p:sp>
        <p:nvSpPr>
          <p:cNvPr id="202" name="15 minutes"/>
          <p:cNvSpPr txBox="1">
            <a:spLocks noGrp="1"/>
          </p:cNvSpPr>
          <p:nvPr>
            <p:ph type="body" idx="21"/>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pPr marL="0" lvl="1" indent="0" defTabSz="825500">
              <a:lnSpc>
                <a:spcPct val="100000"/>
              </a:lnSpc>
              <a:spcBef>
                <a:spcPts val="0"/>
              </a:spcBef>
              <a:buSzTx/>
              <a:buNone/>
              <a:defRPr sz="5500">
                <a:latin typeface="Clancy Light"/>
                <a:ea typeface="Clancy Light"/>
                <a:cs typeface="Clancy Light"/>
                <a:sym typeface="Clancy Light"/>
              </a:defRPr>
            </a:pPr>
            <a:r>
              <a:rPr lang="en-AU" dirty="0"/>
              <a:t>50</a:t>
            </a:r>
            <a:r>
              <a:rPr dirty="0"/>
              <a:t> minutes</a:t>
            </a:r>
          </a:p>
        </p:txBody>
      </p:sp>
      <p:sp>
        <p:nvSpPr>
          <p:cNvPr id="6" name="Which pieces of missing user information are most important to your project?…">
            <a:extLst>
              <a:ext uri="{FF2B5EF4-FFF2-40B4-BE49-F238E27FC236}">
                <a16:creationId xmlns:a16="http://schemas.microsoft.com/office/drawing/2014/main" id="{DAAF30AB-971D-E561-401C-14B0024B8E24}"/>
              </a:ext>
            </a:extLst>
          </p:cNvPr>
          <p:cNvSpPr txBox="1">
            <a:spLocks/>
          </p:cNvSpPr>
          <p:nvPr/>
        </p:nvSpPr>
        <p:spPr>
          <a:xfrm>
            <a:off x="1206500" y="3994504"/>
            <a:ext cx="21971000" cy="73730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1pPr marL="609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1pPr>
            <a:lvl2pPr marL="1219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2pPr>
            <a:lvl3pPr marL="1828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3pPr>
            <a:lvl4pPr marL="2438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4pPr>
            <a:lvl5pPr marL="30480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5pPr>
            <a:lvl6pPr marL="3657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6pPr>
            <a:lvl7pPr marL="4267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7pPr>
            <a:lvl8pPr marL="4876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8pPr>
            <a:lvl9pPr marL="5486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FFFFFF"/>
                </a:solidFill>
                <a:uFillTx/>
                <a:latin typeface="Roboto"/>
                <a:ea typeface="Roboto"/>
                <a:cs typeface="Roboto"/>
                <a:sym typeface="Roboto"/>
              </a:defRPr>
            </a:lvl9pPr>
          </a:lstStyle>
          <a:p>
            <a:pPr hangingPunct="1">
              <a:lnSpc>
                <a:spcPct val="140000"/>
              </a:lnSpc>
              <a:spcBef>
                <a:spcPts val="0"/>
              </a:spcBef>
            </a:pPr>
            <a:r>
              <a:rPr lang="en-AU" dirty="0">
                <a:latin typeface="Roboto" panose="02000000000000000000" pitchFamily="2" charset="0"/>
                <a:ea typeface="Roboto" panose="02000000000000000000" pitchFamily="2" charset="0"/>
              </a:rPr>
              <a:t>This is now your group work time where you can work in your group on your project deliverables</a:t>
            </a:r>
          </a:p>
          <a:p>
            <a:pPr hangingPunct="1">
              <a:lnSpc>
                <a:spcPct val="140000"/>
              </a:lnSpc>
              <a:spcBef>
                <a:spcPts val="0"/>
              </a:spcBef>
            </a:pPr>
            <a:r>
              <a:rPr lang="en-AU" dirty="0">
                <a:latin typeface="Roboto" panose="02000000000000000000" pitchFamily="2" charset="0"/>
                <a:ea typeface="Roboto" panose="02000000000000000000" pitchFamily="2" charset="0"/>
              </a:rPr>
              <a:t>What should we be doing?</a:t>
            </a:r>
          </a:p>
          <a:p>
            <a:pPr lvl="1" hangingPunct="1">
              <a:lnSpc>
                <a:spcPct val="140000"/>
              </a:lnSpc>
              <a:spcBef>
                <a:spcPts val="0"/>
              </a:spcBef>
            </a:pPr>
            <a:r>
              <a:rPr lang="en-AU" dirty="0">
                <a:latin typeface="Roboto" panose="02000000000000000000" pitchFamily="2" charset="0"/>
                <a:ea typeface="Roboto" panose="02000000000000000000" pitchFamily="2" charset="0"/>
              </a:rPr>
              <a:t>Continue working on your interim report and preliminary prototype </a:t>
            </a:r>
          </a:p>
          <a:p>
            <a:pPr hangingPunct="1">
              <a:lnSpc>
                <a:spcPct val="140000"/>
              </a:lnSpc>
              <a:spcBef>
                <a:spcPts val="0"/>
              </a:spcBef>
            </a:pPr>
            <a:r>
              <a:rPr lang="en-AU" dirty="0">
                <a:latin typeface="Roboto" panose="02000000000000000000" pitchFamily="2" charset="0"/>
                <a:ea typeface="Roboto" panose="02000000000000000000" pitchFamily="2" charset="0"/>
              </a:rPr>
              <a:t>Your demonstrator will walk around and check in with each group to provide feedback on your progress and answer any questions you may have</a:t>
            </a:r>
          </a:p>
        </p:txBody>
      </p:sp>
      <p:graphicFrame>
        <p:nvGraphicFramePr>
          <p:cNvPr id="7" name="Table">
            <a:extLst>
              <a:ext uri="{FF2B5EF4-FFF2-40B4-BE49-F238E27FC236}">
                <a16:creationId xmlns:a16="http://schemas.microsoft.com/office/drawing/2014/main" id="{504A633C-7B4C-F943-4152-CC4810D8A114}"/>
              </a:ext>
            </a:extLst>
          </p:cNvPr>
          <p:cNvGraphicFramePr/>
          <p:nvPr>
            <p:extLst>
              <p:ext uri="{D42A27DB-BD31-4B8C-83A1-F6EECF244321}">
                <p14:modId xmlns:p14="http://schemas.microsoft.com/office/powerpoint/2010/main" val="4090348191"/>
              </p:ext>
            </p:extLst>
          </p:nvPr>
        </p:nvGraphicFramePr>
        <p:xfrm>
          <a:off x="2534" y="11774486"/>
          <a:ext cx="24381464" cy="1961332"/>
        </p:xfrm>
        <a:graphic>
          <a:graphicData uri="http://schemas.openxmlformats.org/drawingml/2006/table">
            <a:tbl>
              <a:tblPr>
                <a:tableStyleId>{4C3C2611-4C71-4FC5-86AE-919BDF0F9419}</a:tableStyleId>
              </a:tblPr>
              <a:tblGrid>
                <a:gridCol w="6095366">
                  <a:extLst>
                    <a:ext uri="{9D8B030D-6E8A-4147-A177-3AD203B41FA5}">
                      <a16:colId xmlns:a16="http://schemas.microsoft.com/office/drawing/2014/main" val="20000"/>
                    </a:ext>
                  </a:extLst>
                </a:gridCol>
                <a:gridCol w="6095366">
                  <a:extLst>
                    <a:ext uri="{9D8B030D-6E8A-4147-A177-3AD203B41FA5}">
                      <a16:colId xmlns:a16="http://schemas.microsoft.com/office/drawing/2014/main" val="20001"/>
                    </a:ext>
                  </a:extLst>
                </a:gridCol>
                <a:gridCol w="6095366">
                  <a:extLst>
                    <a:ext uri="{9D8B030D-6E8A-4147-A177-3AD203B41FA5}">
                      <a16:colId xmlns:a16="http://schemas.microsoft.com/office/drawing/2014/main" val="20004"/>
                    </a:ext>
                  </a:extLst>
                </a:gridCol>
                <a:gridCol w="6095366">
                  <a:extLst>
                    <a:ext uri="{9D8B030D-6E8A-4147-A177-3AD203B41FA5}">
                      <a16:colId xmlns:a16="http://schemas.microsoft.com/office/drawing/2014/main" val="20005"/>
                    </a:ext>
                  </a:extLst>
                </a:gridCol>
              </a:tblGrid>
              <a:tr h="842874">
                <a:tc>
                  <a:txBody>
                    <a:bodyPr/>
                    <a:lstStyle/>
                    <a:p>
                      <a:pPr defTabSz="914400"/>
                      <a:r>
                        <a:rPr sz="2500" dirty="0"/>
                        <a:t>Intro</a:t>
                      </a:r>
                    </a:p>
                  </a:txBody>
                  <a:tcPr marL="50800" marR="50800" marT="50800" marB="50800" anchor="ctr" horzOverflow="overflow">
                    <a:solidFill>
                      <a:schemeClr val="accent1">
                        <a:lumMod val="50000"/>
                      </a:schemeClr>
                    </a:solidFill>
                  </a:tcPr>
                </a:tc>
                <a:tc>
                  <a:txBody>
                    <a:bodyPr/>
                    <a:lstStyle/>
                    <a:p>
                      <a:pPr defTabSz="914400"/>
                      <a:r>
                        <a:rPr lang="en-AU" sz="2500" dirty="0"/>
                        <a:t>Prototyping</a:t>
                      </a:r>
                      <a:endParaRPr sz="2500" dirty="0"/>
                    </a:p>
                  </a:txBody>
                  <a:tcPr marL="50800" marR="50800" marT="50800" marB="50800" anchor="ctr" horzOverflow="overflow">
                    <a:solidFill>
                      <a:schemeClr val="accent1">
                        <a:lumMod val="50000"/>
                      </a:schemeClr>
                    </a:solidFill>
                  </a:tcPr>
                </a:tc>
                <a:tc>
                  <a:txBody>
                    <a:bodyPr/>
                    <a:lstStyle/>
                    <a:p>
                      <a:pPr defTabSz="914400"/>
                      <a:r>
                        <a:rPr lang="en-AU" sz="2500" dirty="0"/>
                        <a:t>Group Work</a:t>
                      </a:r>
                      <a:endParaRPr sz="2500" dirty="0"/>
                    </a:p>
                  </a:txBody>
                  <a:tcPr marL="50800" marR="50800" marT="50800" marB="50800" anchor="ctr" horzOverflow="overflow">
                    <a:solidFill>
                      <a:schemeClr val="accent1">
                        <a:lumMod val="60000"/>
                        <a:lumOff val="40000"/>
                      </a:schemeClr>
                    </a:solidFill>
                  </a:tcPr>
                </a:tc>
                <a:tc>
                  <a:txBody>
                    <a:bodyPr/>
                    <a:lstStyle/>
                    <a:p>
                      <a:pPr defTabSz="914400"/>
                      <a:r>
                        <a:rPr sz="2500" dirty="0"/>
                        <a:t>Wrap-up</a:t>
                      </a:r>
                    </a:p>
                  </a:txBody>
                  <a:tcPr marL="50800" marR="50800" marT="50800" marB="50800" anchor="ctr" horzOverflow="overflow">
                    <a:solidFill>
                      <a:schemeClr val="accent1">
                        <a:lumMod val="20000"/>
                        <a:lumOff val="80000"/>
                      </a:schemeClr>
                    </a:solidFill>
                  </a:tcPr>
                </a:tc>
                <a:extLst>
                  <a:ext uri="{0D108BD9-81ED-4DB2-BD59-A6C34878D82A}">
                    <a16:rowId xmlns:a16="http://schemas.microsoft.com/office/drawing/2014/main" val="10000"/>
                  </a:ext>
                </a:extLst>
              </a:tr>
              <a:tr h="549531">
                <a:tc>
                  <a:txBody>
                    <a:bodyPr/>
                    <a:lstStyle/>
                    <a:p>
                      <a:pPr defTabSz="914400"/>
                      <a:r>
                        <a:rPr sz="2500" dirty="0"/>
                        <a:t>5 min</a:t>
                      </a:r>
                    </a:p>
                  </a:txBody>
                  <a:tcPr marL="50800" marR="50800" marT="50800" marB="50800" anchor="ctr" horzOverflow="overflow">
                    <a:solidFill>
                      <a:schemeClr val="accent1">
                        <a:lumMod val="50000"/>
                      </a:schemeClr>
                    </a:solidFill>
                  </a:tcPr>
                </a:tc>
                <a:tc>
                  <a:txBody>
                    <a:bodyPr/>
                    <a:lstStyle/>
                    <a:p>
                      <a:pPr defTabSz="914400"/>
                      <a:r>
                        <a:rPr lang="en-AU" sz="2500" dirty="0"/>
                        <a:t>50</a:t>
                      </a:r>
                      <a:r>
                        <a:rPr sz="2500" dirty="0"/>
                        <a:t> min</a:t>
                      </a:r>
                    </a:p>
                  </a:txBody>
                  <a:tcPr marL="50800" marR="50800" marT="50800" marB="50800" anchor="ctr" horzOverflow="overflow">
                    <a:solidFill>
                      <a:schemeClr val="accent1">
                        <a:lumMod val="50000"/>
                      </a:schemeClr>
                    </a:solidFill>
                  </a:tcPr>
                </a:tc>
                <a:tc>
                  <a:txBody>
                    <a:bodyPr/>
                    <a:lstStyle/>
                    <a:p>
                      <a:pPr defTabSz="914400"/>
                      <a:r>
                        <a:rPr lang="en-AU" sz="2500" dirty="0"/>
                        <a:t>50</a:t>
                      </a:r>
                      <a:r>
                        <a:rPr sz="2500" dirty="0"/>
                        <a:t> min</a:t>
                      </a:r>
                    </a:p>
                  </a:txBody>
                  <a:tcPr marL="50800" marR="50800" marT="50800" marB="50800" anchor="ctr" horzOverflow="overflow">
                    <a:solidFill>
                      <a:schemeClr val="accent1">
                        <a:lumMod val="60000"/>
                        <a:lumOff val="40000"/>
                      </a:schemeClr>
                    </a:solidFill>
                  </a:tcPr>
                </a:tc>
                <a:tc>
                  <a:txBody>
                    <a:bodyPr/>
                    <a:lstStyle/>
                    <a:p>
                      <a:pPr defTabSz="914400"/>
                      <a:r>
                        <a:rPr sz="2500"/>
                        <a:t>5 min</a:t>
                      </a:r>
                    </a:p>
                  </a:txBody>
                  <a:tcPr marL="50800" marR="50800" marT="50800" marB="50800" anchor="ctr" horzOverflow="overflow">
                    <a:solidFill>
                      <a:srgbClr val="D5D5D5"/>
                    </a:solidFill>
                  </a:tcPr>
                </a:tc>
                <a:extLst>
                  <a:ext uri="{0D108BD9-81ED-4DB2-BD59-A6C34878D82A}">
                    <a16:rowId xmlns:a16="http://schemas.microsoft.com/office/drawing/2014/main" val="10001"/>
                  </a:ext>
                </a:extLst>
              </a:tr>
              <a:tr h="568927">
                <a:tc>
                  <a:txBody>
                    <a:bodyPr/>
                    <a:lstStyle/>
                    <a:p>
                      <a:pPr defTabSz="914400"/>
                      <a:r>
                        <a:rPr sz="2500" dirty="0"/>
                        <a:t>all</a:t>
                      </a:r>
                    </a:p>
                  </a:txBody>
                  <a:tcPr marL="50800" marR="50800" marT="50800" marB="50800" anchor="ctr" horzOverflow="overflow">
                    <a:solidFill>
                      <a:schemeClr val="accent1">
                        <a:lumMod val="50000"/>
                      </a:schemeClr>
                    </a:solidFill>
                  </a:tcPr>
                </a:tc>
                <a:tc>
                  <a:txBody>
                    <a:bodyPr/>
                    <a:lstStyle/>
                    <a:p>
                      <a:pPr defTabSz="914400"/>
                      <a:r>
                        <a:rPr lang="en-AU" sz="2500" dirty="0"/>
                        <a:t>all</a:t>
                      </a:r>
                      <a:endParaRPr sz="2500" dirty="0"/>
                    </a:p>
                  </a:txBody>
                  <a:tcPr marL="50800" marR="50800" marT="50800" marB="50800" anchor="ctr" horzOverflow="overflow">
                    <a:solidFill>
                      <a:schemeClr val="accent1">
                        <a:lumMod val="50000"/>
                      </a:schemeClr>
                    </a:solidFill>
                  </a:tcPr>
                </a:tc>
                <a:tc>
                  <a:txBody>
                    <a:bodyPr/>
                    <a:lstStyle/>
                    <a:p>
                      <a:pPr defTabSz="914400"/>
                      <a:r>
                        <a:rPr sz="2500" dirty="0"/>
                        <a:t>group</a:t>
                      </a:r>
                    </a:p>
                  </a:txBody>
                  <a:tcPr marL="50800" marR="50800" marT="50800" marB="50800" anchor="ctr" horzOverflow="overflow">
                    <a:solidFill>
                      <a:schemeClr val="accent1">
                        <a:lumMod val="60000"/>
                        <a:lumOff val="40000"/>
                      </a:schemeClr>
                    </a:solidFill>
                  </a:tcPr>
                </a:tc>
                <a:tc>
                  <a:txBody>
                    <a:bodyPr/>
                    <a:lstStyle/>
                    <a:p>
                      <a:pPr defTabSz="914400"/>
                      <a:r>
                        <a:rPr sz="2500" dirty="0"/>
                        <a:t>all</a:t>
                      </a:r>
                    </a:p>
                  </a:txBody>
                  <a:tcPr marL="50800" marR="50800" marT="50800" marB="50800" anchor="ctr" horzOverflow="overflow">
                    <a:solidFill>
                      <a:srgbClr val="F2F2F2"/>
                    </a:solidFill>
                  </a:tcPr>
                </a:tc>
                <a:extLst>
                  <a:ext uri="{0D108BD9-81ED-4DB2-BD59-A6C34878D82A}">
                    <a16:rowId xmlns:a16="http://schemas.microsoft.com/office/drawing/2014/main" val="10002"/>
                  </a:ext>
                </a:extLst>
              </a:tr>
            </a:tbl>
          </a:graphicData>
        </a:graphic>
      </p:graphicFrame>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 name="Develop questions"/>
          <p:cNvSpPr txBox="1">
            <a:spLocks noGrp="1"/>
          </p:cNvSpPr>
          <p:nvPr>
            <p:ph type="title"/>
          </p:nvPr>
        </p:nvSpPr>
        <p:spPr>
          <a:prstGeom prst="rect">
            <a:avLst/>
          </a:prstGeom>
        </p:spPr>
        <p:txBody>
          <a:bodyPr/>
          <a:lstStyle/>
          <a:p>
            <a:r>
              <a:rPr lang="en-AU" dirty="0"/>
              <a:t>Group Work</a:t>
            </a:r>
            <a:endParaRPr dirty="0"/>
          </a:p>
        </p:txBody>
      </p:sp>
      <p:sp>
        <p:nvSpPr>
          <p:cNvPr id="191" name="15 minutes"/>
          <p:cNvSpPr txBox="1">
            <a:spLocks noGrp="1"/>
          </p:cNvSpPr>
          <p:nvPr>
            <p:ph type="body" idx="21"/>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pPr marL="0" lvl="1" indent="0" defTabSz="825500">
              <a:lnSpc>
                <a:spcPct val="100000"/>
              </a:lnSpc>
              <a:spcBef>
                <a:spcPts val="0"/>
              </a:spcBef>
              <a:buSzTx/>
              <a:buNone/>
              <a:defRPr sz="5500">
                <a:latin typeface="Clancy Light"/>
                <a:ea typeface="Clancy Light"/>
                <a:cs typeface="Clancy Light"/>
                <a:sym typeface="Clancy Light"/>
              </a:defRPr>
            </a:pPr>
            <a:r>
              <a:rPr lang="en-AU" dirty="0"/>
              <a:t>50</a:t>
            </a:r>
            <a:r>
              <a:rPr dirty="0"/>
              <a:t> minutes</a:t>
            </a:r>
          </a:p>
        </p:txBody>
      </p:sp>
      <p:sp>
        <p:nvSpPr>
          <p:cNvPr id="3" name="Text Placeholder 2">
            <a:extLst>
              <a:ext uri="{FF2B5EF4-FFF2-40B4-BE49-F238E27FC236}">
                <a16:creationId xmlns:a16="http://schemas.microsoft.com/office/drawing/2014/main" id="{6D52CF75-89D3-A53A-A92F-0679017E0E0E}"/>
              </a:ext>
            </a:extLst>
          </p:cNvPr>
          <p:cNvSpPr>
            <a:spLocks noGrp="1"/>
          </p:cNvSpPr>
          <p:nvPr>
            <p:ph type="body" idx="1"/>
          </p:nvPr>
        </p:nvSpPr>
        <p:spPr>
          <a:xfrm>
            <a:off x="1206500" y="4248504"/>
            <a:ext cx="21971000" cy="6730903"/>
          </a:xfrm>
        </p:spPr>
        <p:txBody>
          <a:bodyPr lIns="50800" tIns="50800" rIns="50800" bIns="50800" anchor="t">
            <a:normAutofit/>
          </a:bodyPr>
          <a:lstStyle/>
          <a:p>
            <a:pPr marL="0" indent="0">
              <a:buNone/>
            </a:pPr>
            <a:r>
              <a:rPr lang="en-US" dirty="0"/>
              <a:t>Each week we will check in on where we are at with our projects to make sure that everyone is moving towards the same goals. </a:t>
            </a:r>
            <a:endParaRPr lang="en-US" dirty="0">
              <a:sym typeface="Wingdings" pitchFamily="2" charset="2"/>
            </a:endParaRPr>
          </a:p>
          <a:p>
            <a:pPr lvl="1"/>
            <a:endParaRPr lang="en-US" dirty="0">
              <a:sym typeface="Wingdings" pitchFamily="2" charset="2"/>
            </a:endParaRPr>
          </a:p>
          <a:p>
            <a:pPr marL="0" indent="0">
              <a:buNone/>
            </a:pPr>
            <a:endParaRPr lang="en-US" dirty="0">
              <a:sym typeface="Wingdings" pitchFamily="2" charset="2"/>
            </a:endParaRPr>
          </a:p>
        </p:txBody>
      </p:sp>
      <p:graphicFrame>
        <p:nvGraphicFramePr>
          <p:cNvPr id="5" name="Diagram 4">
            <a:extLst>
              <a:ext uri="{FF2B5EF4-FFF2-40B4-BE49-F238E27FC236}">
                <a16:creationId xmlns:a16="http://schemas.microsoft.com/office/drawing/2014/main" id="{B003A88D-7472-E5FF-F7EF-F80AB4B368E2}"/>
              </a:ext>
            </a:extLst>
          </p:cNvPr>
          <p:cNvGraphicFramePr/>
          <p:nvPr>
            <p:extLst>
              <p:ext uri="{D42A27DB-BD31-4B8C-83A1-F6EECF244321}">
                <p14:modId xmlns:p14="http://schemas.microsoft.com/office/powerpoint/2010/main" val="2167235854"/>
              </p:ext>
            </p:extLst>
          </p:nvPr>
        </p:nvGraphicFramePr>
        <p:xfrm>
          <a:off x="1206500" y="4838189"/>
          <a:ext cx="21971000" cy="77184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8" name="Straight Connector 7">
            <a:extLst>
              <a:ext uri="{FF2B5EF4-FFF2-40B4-BE49-F238E27FC236}">
                <a16:creationId xmlns:a16="http://schemas.microsoft.com/office/drawing/2014/main" id="{4418C648-AA69-C0C5-6230-4A7DE97755F9}"/>
              </a:ext>
            </a:extLst>
          </p:cNvPr>
          <p:cNvCxnSpPr>
            <a:cxnSpLocks/>
          </p:cNvCxnSpPr>
          <p:nvPr/>
        </p:nvCxnSpPr>
        <p:spPr>
          <a:xfrm>
            <a:off x="2339163" y="8083684"/>
            <a:ext cx="0" cy="1974716"/>
          </a:xfrm>
          <a:prstGeom prst="line">
            <a:avLst/>
          </a:prstGeom>
          <a:ln w="2857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1" name="Oval 10">
            <a:extLst>
              <a:ext uri="{FF2B5EF4-FFF2-40B4-BE49-F238E27FC236}">
                <a16:creationId xmlns:a16="http://schemas.microsoft.com/office/drawing/2014/main" id="{25C9F1A4-E1F1-E68B-5A4C-387CDD861401}"/>
              </a:ext>
            </a:extLst>
          </p:cNvPr>
          <p:cNvSpPr/>
          <p:nvPr/>
        </p:nvSpPr>
        <p:spPr>
          <a:xfrm>
            <a:off x="5826642" y="12206177"/>
            <a:ext cx="914400" cy="914400"/>
          </a:xfrm>
          <a:prstGeom prst="ellipse">
            <a:avLst/>
          </a:prstGeom>
          <a:solidFill>
            <a:srgbClr val="00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cxnSp>
        <p:nvCxnSpPr>
          <p:cNvPr id="14" name="Straight Connector 13">
            <a:extLst>
              <a:ext uri="{FF2B5EF4-FFF2-40B4-BE49-F238E27FC236}">
                <a16:creationId xmlns:a16="http://schemas.microsoft.com/office/drawing/2014/main" id="{42487635-C08E-7E54-82D0-A6990B158B1B}"/>
              </a:ext>
            </a:extLst>
          </p:cNvPr>
          <p:cNvCxnSpPr>
            <a:cxnSpLocks/>
          </p:cNvCxnSpPr>
          <p:nvPr/>
        </p:nvCxnSpPr>
        <p:spPr>
          <a:xfrm flipH="1">
            <a:off x="4329617" y="8004867"/>
            <a:ext cx="2003" cy="2286834"/>
          </a:xfrm>
          <a:prstGeom prst="line">
            <a:avLst/>
          </a:prstGeom>
          <a:ln w="2857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5" name="Straight Connector 14">
            <a:extLst>
              <a:ext uri="{FF2B5EF4-FFF2-40B4-BE49-F238E27FC236}">
                <a16:creationId xmlns:a16="http://schemas.microsoft.com/office/drawing/2014/main" id="{CC181ADE-CE48-0C87-F0F6-E17116AA24D2}"/>
              </a:ext>
            </a:extLst>
          </p:cNvPr>
          <p:cNvCxnSpPr>
            <a:cxnSpLocks/>
          </p:cNvCxnSpPr>
          <p:nvPr/>
        </p:nvCxnSpPr>
        <p:spPr>
          <a:xfrm>
            <a:off x="6087270" y="7958439"/>
            <a:ext cx="0" cy="634409"/>
          </a:xfrm>
          <a:prstGeom prst="line">
            <a:avLst/>
          </a:prstGeom>
          <a:ln w="2857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6" name="Straight Connector 15">
            <a:extLst>
              <a:ext uri="{FF2B5EF4-FFF2-40B4-BE49-F238E27FC236}">
                <a16:creationId xmlns:a16="http://schemas.microsoft.com/office/drawing/2014/main" id="{D3316F8D-7ADB-8EDC-92D9-BDA87400E8EE}"/>
              </a:ext>
            </a:extLst>
          </p:cNvPr>
          <p:cNvCxnSpPr>
            <a:cxnSpLocks/>
            <a:endCxn id="48" idx="0"/>
          </p:cNvCxnSpPr>
          <p:nvPr/>
        </p:nvCxnSpPr>
        <p:spPr>
          <a:xfrm>
            <a:off x="7911429" y="8000535"/>
            <a:ext cx="0" cy="3448359"/>
          </a:xfrm>
          <a:prstGeom prst="line">
            <a:avLst/>
          </a:prstGeom>
          <a:ln w="2857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7" name="Straight Connector 16">
            <a:extLst>
              <a:ext uri="{FF2B5EF4-FFF2-40B4-BE49-F238E27FC236}">
                <a16:creationId xmlns:a16="http://schemas.microsoft.com/office/drawing/2014/main" id="{C994E725-F87E-35D1-0E1C-3A09ADF03210}"/>
              </a:ext>
            </a:extLst>
          </p:cNvPr>
          <p:cNvCxnSpPr>
            <a:cxnSpLocks/>
          </p:cNvCxnSpPr>
          <p:nvPr/>
        </p:nvCxnSpPr>
        <p:spPr>
          <a:xfrm>
            <a:off x="10256874" y="9129583"/>
            <a:ext cx="0" cy="1367574"/>
          </a:xfrm>
          <a:prstGeom prst="line">
            <a:avLst/>
          </a:prstGeom>
          <a:ln w="2857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8" name="Straight Connector 17">
            <a:extLst>
              <a:ext uri="{FF2B5EF4-FFF2-40B4-BE49-F238E27FC236}">
                <a16:creationId xmlns:a16="http://schemas.microsoft.com/office/drawing/2014/main" id="{FF6ED53C-A550-171D-8E10-7DE9AAFE7169}"/>
              </a:ext>
            </a:extLst>
          </p:cNvPr>
          <p:cNvCxnSpPr>
            <a:cxnSpLocks/>
          </p:cNvCxnSpPr>
          <p:nvPr/>
        </p:nvCxnSpPr>
        <p:spPr>
          <a:xfrm>
            <a:off x="14166112" y="9179322"/>
            <a:ext cx="0" cy="612783"/>
          </a:xfrm>
          <a:prstGeom prst="line">
            <a:avLst/>
          </a:prstGeom>
          <a:ln w="2857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9" name="Straight Connector 18">
            <a:extLst>
              <a:ext uri="{FF2B5EF4-FFF2-40B4-BE49-F238E27FC236}">
                <a16:creationId xmlns:a16="http://schemas.microsoft.com/office/drawing/2014/main" id="{6213278B-3E04-3C1C-CED9-63F8018C120E}"/>
              </a:ext>
            </a:extLst>
          </p:cNvPr>
          <p:cNvCxnSpPr>
            <a:cxnSpLocks/>
          </p:cNvCxnSpPr>
          <p:nvPr/>
        </p:nvCxnSpPr>
        <p:spPr>
          <a:xfrm>
            <a:off x="16186297" y="9129583"/>
            <a:ext cx="0" cy="3076594"/>
          </a:xfrm>
          <a:prstGeom prst="line">
            <a:avLst/>
          </a:prstGeom>
          <a:ln w="2857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1" name="Straight Connector 20">
            <a:extLst>
              <a:ext uri="{FF2B5EF4-FFF2-40B4-BE49-F238E27FC236}">
                <a16:creationId xmlns:a16="http://schemas.microsoft.com/office/drawing/2014/main" id="{851BBE7B-4349-6F8F-3ABA-B84BAF2D1AB7}"/>
              </a:ext>
            </a:extLst>
          </p:cNvPr>
          <p:cNvCxnSpPr>
            <a:cxnSpLocks/>
          </p:cNvCxnSpPr>
          <p:nvPr/>
        </p:nvCxnSpPr>
        <p:spPr>
          <a:xfrm>
            <a:off x="18142689" y="9129583"/>
            <a:ext cx="0" cy="1367574"/>
          </a:xfrm>
          <a:prstGeom prst="line">
            <a:avLst/>
          </a:prstGeom>
          <a:ln w="2857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2" name="Straight Connector 21">
            <a:extLst>
              <a:ext uri="{FF2B5EF4-FFF2-40B4-BE49-F238E27FC236}">
                <a16:creationId xmlns:a16="http://schemas.microsoft.com/office/drawing/2014/main" id="{4D5C41D7-932E-20F8-255E-7D969D4C39E8}"/>
              </a:ext>
            </a:extLst>
          </p:cNvPr>
          <p:cNvCxnSpPr>
            <a:cxnSpLocks/>
          </p:cNvCxnSpPr>
          <p:nvPr/>
        </p:nvCxnSpPr>
        <p:spPr>
          <a:xfrm>
            <a:off x="20141609" y="9179322"/>
            <a:ext cx="31674" cy="2519252"/>
          </a:xfrm>
          <a:prstGeom prst="line">
            <a:avLst/>
          </a:prstGeom>
          <a:ln w="2857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3" name="Straight Connector 22">
            <a:extLst>
              <a:ext uri="{FF2B5EF4-FFF2-40B4-BE49-F238E27FC236}">
                <a16:creationId xmlns:a16="http://schemas.microsoft.com/office/drawing/2014/main" id="{6BE70E78-174D-7AB0-7A9A-8B0930FA2ECF}"/>
              </a:ext>
            </a:extLst>
          </p:cNvPr>
          <p:cNvCxnSpPr>
            <a:cxnSpLocks/>
          </p:cNvCxnSpPr>
          <p:nvPr/>
        </p:nvCxnSpPr>
        <p:spPr>
          <a:xfrm>
            <a:off x="6741042" y="6775260"/>
            <a:ext cx="0" cy="606314"/>
          </a:xfrm>
          <a:prstGeom prst="line">
            <a:avLst/>
          </a:prstGeom>
          <a:ln w="28575"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13" name="Graphic 12" descr="Stopwatch with solid fill">
            <a:extLst>
              <a:ext uri="{FF2B5EF4-FFF2-40B4-BE49-F238E27FC236}">
                <a16:creationId xmlns:a16="http://schemas.microsoft.com/office/drawing/2014/main" id="{DFCB6573-A492-8D53-D62A-6C6BCF25935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283842" y="5596485"/>
            <a:ext cx="914400" cy="914400"/>
          </a:xfrm>
          <a:prstGeom prst="rect">
            <a:avLst/>
          </a:prstGeom>
        </p:spPr>
      </p:pic>
      <p:sp>
        <p:nvSpPr>
          <p:cNvPr id="24" name="TextBox 23">
            <a:extLst>
              <a:ext uri="{FF2B5EF4-FFF2-40B4-BE49-F238E27FC236}">
                <a16:creationId xmlns:a16="http://schemas.microsoft.com/office/drawing/2014/main" id="{3757417D-AE7F-E8E3-ABE4-A75821386540}"/>
              </a:ext>
            </a:extLst>
          </p:cNvPr>
          <p:cNvSpPr txBox="1"/>
          <p:nvPr/>
        </p:nvSpPr>
        <p:spPr>
          <a:xfrm>
            <a:off x="5964866" y="5927919"/>
            <a:ext cx="1828798" cy="92897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2438338" rtl="0" fontAlgn="auto" latinLnBrk="0" hangingPunct="0">
              <a:lnSpc>
                <a:spcPct val="90000"/>
              </a:lnSpc>
              <a:spcBef>
                <a:spcPts val="4500"/>
              </a:spcBef>
              <a:spcAft>
                <a:spcPts val="0"/>
              </a:spcAft>
              <a:buClrTx/>
              <a:buSzTx/>
              <a:buFontTx/>
              <a:buNone/>
              <a:tabLst/>
            </a:pPr>
            <a:r>
              <a:rPr kumimoji="0" lang="en-US" sz="1800" b="0" i="0" u="none" strike="noStrike" cap="none" spc="0" normalizeH="0" baseline="0" dirty="0">
                <a:ln>
                  <a:noFill/>
                </a:ln>
                <a:effectLst/>
                <a:uFillTx/>
                <a:latin typeface="Roboto"/>
                <a:ea typeface="Roboto"/>
                <a:cs typeface="Roboto"/>
                <a:sym typeface="Roboto"/>
              </a:rPr>
              <a:t>Interim Report</a:t>
            </a:r>
          </a:p>
        </p:txBody>
      </p:sp>
      <p:cxnSp>
        <p:nvCxnSpPr>
          <p:cNvPr id="29" name="Straight Connector 28">
            <a:extLst>
              <a:ext uri="{FF2B5EF4-FFF2-40B4-BE49-F238E27FC236}">
                <a16:creationId xmlns:a16="http://schemas.microsoft.com/office/drawing/2014/main" id="{63236045-1FC7-99D5-5226-36B76C2BF059}"/>
              </a:ext>
            </a:extLst>
          </p:cNvPr>
          <p:cNvCxnSpPr>
            <a:cxnSpLocks/>
          </p:cNvCxnSpPr>
          <p:nvPr/>
        </p:nvCxnSpPr>
        <p:spPr>
          <a:xfrm>
            <a:off x="10859386" y="7683651"/>
            <a:ext cx="0" cy="606314"/>
          </a:xfrm>
          <a:prstGeom prst="line">
            <a:avLst/>
          </a:prstGeom>
          <a:ln w="2857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30" name="Graphic 29" descr="Stopwatch with solid fill">
            <a:extLst>
              <a:ext uri="{FF2B5EF4-FFF2-40B4-BE49-F238E27FC236}">
                <a16:creationId xmlns:a16="http://schemas.microsoft.com/office/drawing/2014/main" id="{C235CF3E-8973-A93F-93B8-208269C3BFF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402186" y="6423245"/>
            <a:ext cx="914400" cy="914400"/>
          </a:xfrm>
          <a:prstGeom prst="rect">
            <a:avLst/>
          </a:prstGeom>
        </p:spPr>
      </p:pic>
      <p:sp>
        <p:nvSpPr>
          <p:cNvPr id="31" name="TextBox 30">
            <a:extLst>
              <a:ext uri="{FF2B5EF4-FFF2-40B4-BE49-F238E27FC236}">
                <a16:creationId xmlns:a16="http://schemas.microsoft.com/office/drawing/2014/main" id="{79CF16B7-D7C9-E006-D2B2-B9E593AC6600}"/>
              </a:ext>
            </a:extLst>
          </p:cNvPr>
          <p:cNvSpPr txBox="1"/>
          <p:nvPr/>
        </p:nvSpPr>
        <p:spPr>
          <a:xfrm>
            <a:off x="10083210" y="6754679"/>
            <a:ext cx="1828798" cy="92897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2438338" rtl="0" fontAlgn="auto" latinLnBrk="0" hangingPunct="0">
              <a:lnSpc>
                <a:spcPct val="90000"/>
              </a:lnSpc>
              <a:spcBef>
                <a:spcPts val="4500"/>
              </a:spcBef>
              <a:spcAft>
                <a:spcPts val="0"/>
              </a:spcAft>
              <a:buClrTx/>
              <a:buSzTx/>
              <a:buFontTx/>
              <a:buNone/>
              <a:tabLst/>
            </a:pPr>
            <a:r>
              <a:rPr kumimoji="0" lang="en-US" sz="1800" b="0" i="0" u="none" strike="noStrike" cap="none" spc="0" normalizeH="0" baseline="0" dirty="0">
                <a:ln>
                  <a:noFill/>
                </a:ln>
                <a:solidFill>
                  <a:srgbClr val="FFFFFF"/>
                </a:solidFill>
                <a:effectLst/>
                <a:uFillTx/>
                <a:latin typeface="Roboto"/>
                <a:ea typeface="Roboto"/>
                <a:cs typeface="Roboto"/>
                <a:sym typeface="Roboto"/>
              </a:rPr>
              <a:t>Prelim Report</a:t>
            </a:r>
          </a:p>
        </p:txBody>
      </p:sp>
      <p:cxnSp>
        <p:nvCxnSpPr>
          <p:cNvPr id="32" name="Straight Connector 31">
            <a:extLst>
              <a:ext uri="{FF2B5EF4-FFF2-40B4-BE49-F238E27FC236}">
                <a16:creationId xmlns:a16="http://schemas.microsoft.com/office/drawing/2014/main" id="{E4E39A93-A5B5-29FD-DAA9-DBA7B01FEBCA}"/>
              </a:ext>
            </a:extLst>
          </p:cNvPr>
          <p:cNvCxnSpPr>
            <a:cxnSpLocks/>
          </p:cNvCxnSpPr>
          <p:nvPr/>
        </p:nvCxnSpPr>
        <p:spPr>
          <a:xfrm>
            <a:off x="20747665" y="7669330"/>
            <a:ext cx="0" cy="606314"/>
          </a:xfrm>
          <a:prstGeom prst="line">
            <a:avLst/>
          </a:prstGeom>
          <a:ln w="2857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33" name="Graphic 32" descr="Stopwatch with solid fill">
            <a:extLst>
              <a:ext uri="{FF2B5EF4-FFF2-40B4-BE49-F238E27FC236}">
                <a16:creationId xmlns:a16="http://schemas.microsoft.com/office/drawing/2014/main" id="{9DA20298-327F-4DA0-9B28-70AA7475B0F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0290465" y="6408924"/>
            <a:ext cx="914400" cy="914400"/>
          </a:xfrm>
          <a:prstGeom prst="rect">
            <a:avLst/>
          </a:prstGeom>
        </p:spPr>
      </p:pic>
      <p:sp>
        <p:nvSpPr>
          <p:cNvPr id="34" name="TextBox 33">
            <a:extLst>
              <a:ext uri="{FF2B5EF4-FFF2-40B4-BE49-F238E27FC236}">
                <a16:creationId xmlns:a16="http://schemas.microsoft.com/office/drawing/2014/main" id="{CA44DB30-5522-B76B-647F-D5D7555B008D}"/>
              </a:ext>
            </a:extLst>
          </p:cNvPr>
          <p:cNvSpPr txBox="1"/>
          <p:nvPr/>
        </p:nvSpPr>
        <p:spPr>
          <a:xfrm>
            <a:off x="19648971" y="6740358"/>
            <a:ext cx="2151316" cy="92897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2438338" rtl="0" fontAlgn="auto" latinLnBrk="0" hangingPunct="0">
              <a:lnSpc>
                <a:spcPct val="90000"/>
              </a:lnSpc>
              <a:spcBef>
                <a:spcPts val="4500"/>
              </a:spcBef>
              <a:spcAft>
                <a:spcPts val="0"/>
              </a:spcAft>
              <a:buClrTx/>
              <a:buSzTx/>
              <a:buFontTx/>
              <a:buNone/>
              <a:tabLst/>
            </a:pPr>
            <a:r>
              <a:rPr kumimoji="0" lang="en-US" sz="1800" b="0" i="0" u="none" strike="noStrike" cap="none" spc="0" normalizeH="0" baseline="0" dirty="0">
                <a:ln>
                  <a:noFill/>
                </a:ln>
                <a:solidFill>
                  <a:srgbClr val="FFFFFF"/>
                </a:solidFill>
                <a:effectLst/>
                <a:uFillTx/>
                <a:latin typeface="Roboto"/>
                <a:ea typeface="Roboto"/>
                <a:cs typeface="Roboto"/>
                <a:sym typeface="Roboto"/>
              </a:rPr>
              <a:t>Design Presentation</a:t>
            </a:r>
          </a:p>
        </p:txBody>
      </p:sp>
      <p:cxnSp>
        <p:nvCxnSpPr>
          <p:cNvPr id="35" name="Straight Connector 34">
            <a:extLst>
              <a:ext uri="{FF2B5EF4-FFF2-40B4-BE49-F238E27FC236}">
                <a16:creationId xmlns:a16="http://schemas.microsoft.com/office/drawing/2014/main" id="{A0D6CFD8-C97F-BA98-6BC7-564526D28F31}"/>
              </a:ext>
            </a:extLst>
          </p:cNvPr>
          <p:cNvCxnSpPr>
            <a:cxnSpLocks/>
          </p:cNvCxnSpPr>
          <p:nvPr/>
        </p:nvCxnSpPr>
        <p:spPr>
          <a:xfrm>
            <a:off x="22726352" y="7683651"/>
            <a:ext cx="0" cy="606314"/>
          </a:xfrm>
          <a:prstGeom prst="line">
            <a:avLst/>
          </a:prstGeom>
          <a:ln w="2857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36" name="Graphic 35" descr="Stopwatch with solid fill">
            <a:extLst>
              <a:ext uri="{FF2B5EF4-FFF2-40B4-BE49-F238E27FC236}">
                <a16:creationId xmlns:a16="http://schemas.microsoft.com/office/drawing/2014/main" id="{85038535-E349-BA15-E531-E00F06FCA51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2269152" y="6423245"/>
            <a:ext cx="914400" cy="914400"/>
          </a:xfrm>
          <a:prstGeom prst="rect">
            <a:avLst/>
          </a:prstGeom>
        </p:spPr>
      </p:pic>
      <p:sp>
        <p:nvSpPr>
          <p:cNvPr id="37" name="TextBox 36">
            <a:extLst>
              <a:ext uri="{FF2B5EF4-FFF2-40B4-BE49-F238E27FC236}">
                <a16:creationId xmlns:a16="http://schemas.microsoft.com/office/drawing/2014/main" id="{3468D1A6-B2D6-A153-20C7-D4AB999A77EA}"/>
              </a:ext>
            </a:extLst>
          </p:cNvPr>
          <p:cNvSpPr txBox="1"/>
          <p:nvPr/>
        </p:nvSpPr>
        <p:spPr>
          <a:xfrm>
            <a:off x="22139575" y="6775260"/>
            <a:ext cx="1546286" cy="92897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2438338" rtl="0" fontAlgn="auto" latinLnBrk="0" hangingPunct="0">
              <a:lnSpc>
                <a:spcPct val="90000"/>
              </a:lnSpc>
              <a:spcBef>
                <a:spcPts val="4500"/>
              </a:spcBef>
              <a:spcAft>
                <a:spcPts val="0"/>
              </a:spcAft>
              <a:buClrTx/>
              <a:buSzTx/>
              <a:buFontTx/>
              <a:buNone/>
              <a:tabLst/>
            </a:pPr>
            <a:r>
              <a:rPr kumimoji="0" lang="en-US" sz="1800" b="0" i="0" u="none" strike="noStrike" cap="none" spc="0" normalizeH="0" baseline="0" dirty="0">
                <a:ln>
                  <a:noFill/>
                </a:ln>
                <a:solidFill>
                  <a:srgbClr val="FFFFFF"/>
                </a:solidFill>
                <a:effectLst/>
                <a:uFillTx/>
                <a:latin typeface="Roboto"/>
                <a:ea typeface="Roboto"/>
                <a:cs typeface="Roboto"/>
                <a:sym typeface="Roboto"/>
              </a:rPr>
              <a:t>Final Report</a:t>
            </a:r>
          </a:p>
        </p:txBody>
      </p:sp>
      <p:sp>
        <p:nvSpPr>
          <p:cNvPr id="40" name="TextBox 39">
            <a:extLst>
              <a:ext uri="{FF2B5EF4-FFF2-40B4-BE49-F238E27FC236}">
                <a16:creationId xmlns:a16="http://schemas.microsoft.com/office/drawing/2014/main" id="{9B5890AD-5D25-63C5-0CDE-3731FE85C70C}"/>
              </a:ext>
            </a:extLst>
          </p:cNvPr>
          <p:cNvSpPr txBox="1"/>
          <p:nvPr/>
        </p:nvSpPr>
        <p:spPr>
          <a:xfrm>
            <a:off x="1327300" y="10058468"/>
            <a:ext cx="1846520" cy="1755352"/>
          </a:xfrm>
          <a:custGeom>
            <a:avLst/>
            <a:gdLst>
              <a:gd name="csX0" fmla="*/ 0 w 1846520"/>
              <a:gd name="csY0" fmla="*/ 0 h 1755352"/>
              <a:gd name="csX1" fmla="*/ 443165 w 1846520"/>
              <a:gd name="csY1" fmla="*/ 0 h 1755352"/>
              <a:gd name="csX2" fmla="*/ 849399 w 1846520"/>
              <a:gd name="csY2" fmla="*/ 0 h 1755352"/>
              <a:gd name="csX3" fmla="*/ 1347960 w 1846520"/>
              <a:gd name="csY3" fmla="*/ 0 h 1755352"/>
              <a:gd name="csX4" fmla="*/ 1846520 w 1846520"/>
              <a:gd name="csY4" fmla="*/ 0 h 1755352"/>
              <a:gd name="csX5" fmla="*/ 1846520 w 1846520"/>
              <a:gd name="csY5" fmla="*/ 567564 h 1755352"/>
              <a:gd name="csX6" fmla="*/ 1846520 w 1846520"/>
              <a:gd name="csY6" fmla="*/ 1117574 h 1755352"/>
              <a:gd name="csX7" fmla="*/ 1846520 w 1846520"/>
              <a:gd name="csY7" fmla="*/ 1755352 h 1755352"/>
              <a:gd name="csX8" fmla="*/ 1384890 w 1846520"/>
              <a:gd name="csY8" fmla="*/ 1755352 h 1755352"/>
              <a:gd name="csX9" fmla="*/ 978656 w 1846520"/>
              <a:gd name="csY9" fmla="*/ 1755352 h 1755352"/>
              <a:gd name="csX10" fmla="*/ 517026 w 1846520"/>
              <a:gd name="csY10" fmla="*/ 1755352 h 1755352"/>
              <a:gd name="csX11" fmla="*/ 0 w 1846520"/>
              <a:gd name="csY11" fmla="*/ 1755352 h 1755352"/>
              <a:gd name="csX12" fmla="*/ 0 w 1846520"/>
              <a:gd name="csY12" fmla="*/ 1187788 h 1755352"/>
              <a:gd name="csX13" fmla="*/ 0 w 1846520"/>
              <a:gd name="csY13" fmla="*/ 620224 h 1755352"/>
              <a:gd name="csX14" fmla="*/ 0 w 1846520"/>
              <a:gd name="csY14" fmla="*/ 0 h 17553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846520" h="1755352" extrusionOk="0">
                <a:moveTo>
                  <a:pt x="0" y="0"/>
                </a:moveTo>
                <a:cubicBezTo>
                  <a:pt x="96836" y="-7871"/>
                  <a:pt x="294109" y="12897"/>
                  <a:pt x="443165" y="0"/>
                </a:cubicBezTo>
                <a:cubicBezTo>
                  <a:pt x="592222" y="-12897"/>
                  <a:pt x="684628" y="45756"/>
                  <a:pt x="849399" y="0"/>
                </a:cubicBezTo>
                <a:cubicBezTo>
                  <a:pt x="1014170" y="-45756"/>
                  <a:pt x="1121863" y="59148"/>
                  <a:pt x="1347960" y="0"/>
                </a:cubicBezTo>
                <a:cubicBezTo>
                  <a:pt x="1574057" y="-59148"/>
                  <a:pt x="1716979" y="40571"/>
                  <a:pt x="1846520" y="0"/>
                </a:cubicBezTo>
                <a:cubicBezTo>
                  <a:pt x="1903679" y="210373"/>
                  <a:pt x="1788864" y="364161"/>
                  <a:pt x="1846520" y="567564"/>
                </a:cubicBezTo>
                <a:cubicBezTo>
                  <a:pt x="1904176" y="770967"/>
                  <a:pt x="1781053" y="972388"/>
                  <a:pt x="1846520" y="1117574"/>
                </a:cubicBezTo>
                <a:cubicBezTo>
                  <a:pt x="1911987" y="1262760"/>
                  <a:pt x="1807405" y="1438675"/>
                  <a:pt x="1846520" y="1755352"/>
                </a:cubicBezTo>
                <a:cubicBezTo>
                  <a:pt x="1715169" y="1799911"/>
                  <a:pt x="1482052" y="1714019"/>
                  <a:pt x="1384890" y="1755352"/>
                </a:cubicBezTo>
                <a:cubicBezTo>
                  <a:pt x="1287728" y="1796685"/>
                  <a:pt x="1065678" y="1727228"/>
                  <a:pt x="978656" y="1755352"/>
                </a:cubicBezTo>
                <a:cubicBezTo>
                  <a:pt x="891634" y="1783476"/>
                  <a:pt x="726372" y="1704279"/>
                  <a:pt x="517026" y="1755352"/>
                </a:cubicBezTo>
                <a:cubicBezTo>
                  <a:pt x="307680" y="1806425"/>
                  <a:pt x="242938" y="1719856"/>
                  <a:pt x="0" y="1755352"/>
                </a:cubicBezTo>
                <a:cubicBezTo>
                  <a:pt x="-6812" y="1589963"/>
                  <a:pt x="51984" y="1452715"/>
                  <a:pt x="0" y="1187788"/>
                </a:cubicBezTo>
                <a:cubicBezTo>
                  <a:pt x="-51984" y="922861"/>
                  <a:pt x="1374" y="783083"/>
                  <a:pt x="0" y="620224"/>
                </a:cubicBezTo>
                <a:cubicBezTo>
                  <a:pt x="-1374" y="457365"/>
                  <a:pt x="12905" y="147037"/>
                  <a:pt x="0" y="0"/>
                </a:cubicBezTo>
                <a:close/>
              </a:path>
            </a:pathLst>
          </a:custGeom>
          <a:noFill/>
          <a:ln w="28575" cap="flat">
            <a:solidFill>
              <a:schemeClr val="tx1"/>
            </a:solidFill>
            <a:miter lim="400000"/>
            <a:extLst>
              <a:ext uri="{C807C97D-BFC1-408E-A445-0C87EB9F89A2}">
                <ask:lineSketchStyleProps xmlns:ask="http://schemas.microsoft.com/office/drawing/2018/sketchyshapes" sd="1219033472">
                  <a:prstGeom prst="rect">
                    <a:avLst/>
                  </a:prstGeom>
                  <ask:type>
                    <ask:lineSketchScribble/>
                  </ask:type>
                </ask:lineSketchStyleProps>
              </a:ext>
            </a:extLst>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90000"/>
              </a:lnSpc>
              <a:spcBef>
                <a:spcPts val="4500"/>
              </a:spcBef>
              <a:spcAft>
                <a:spcPts val="0"/>
              </a:spcAft>
              <a:buClrTx/>
              <a:buSzTx/>
              <a:buFontTx/>
              <a:buNone/>
              <a:tabLst/>
            </a:pPr>
            <a:r>
              <a:rPr kumimoji="0" lang="en-US" sz="1800" b="0" i="0" u="none" strike="noStrike" cap="none" spc="0" normalizeH="0" baseline="0" dirty="0">
                <a:ln>
                  <a:noFill/>
                </a:ln>
                <a:solidFill>
                  <a:srgbClr val="FFFFFF"/>
                </a:solidFill>
                <a:effectLst/>
                <a:uFillTx/>
                <a:latin typeface="Roboto"/>
                <a:ea typeface="Roboto"/>
                <a:cs typeface="Roboto"/>
                <a:sym typeface="Roboto"/>
              </a:rPr>
              <a:t>Who is my user?</a:t>
            </a:r>
          </a:p>
          <a:p>
            <a:pPr marL="0" marR="0" indent="0" algn="ctr" defTabSz="2438338" rtl="0" fontAlgn="auto" latinLnBrk="0" hangingPunct="0">
              <a:lnSpc>
                <a:spcPct val="90000"/>
              </a:lnSpc>
              <a:spcBef>
                <a:spcPts val="4500"/>
              </a:spcBef>
              <a:spcAft>
                <a:spcPts val="0"/>
              </a:spcAft>
              <a:buClrTx/>
              <a:buSzTx/>
              <a:buFontTx/>
              <a:buNone/>
              <a:tabLst/>
            </a:pPr>
            <a:endParaRPr kumimoji="0" lang="en-US" sz="1800" b="0" i="0" u="none" strike="noStrike" cap="none" spc="0" normalizeH="0" baseline="0" dirty="0">
              <a:ln>
                <a:noFill/>
              </a:ln>
              <a:solidFill>
                <a:srgbClr val="FFFFFF"/>
              </a:solidFill>
              <a:effectLst/>
              <a:uFillTx/>
              <a:latin typeface="Roboto"/>
              <a:ea typeface="Roboto"/>
              <a:cs typeface="Roboto"/>
              <a:sym typeface="Roboto"/>
            </a:endParaRPr>
          </a:p>
        </p:txBody>
      </p:sp>
      <p:sp>
        <p:nvSpPr>
          <p:cNvPr id="45" name="TextBox 44">
            <a:extLst>
              <a:ext uri="{FF2B5EF4-FFF2-40B4-BE49-F238E27FC236}">
                <a16:creationId xmlns:a16="http://schemas.microsoft.com/office/drawing/2014/main" id="{E0865BB3-AF58-AF1B-58FA-D2E201FF70AE}"/>
              </a:ext>
            </a:extLst>
          </p:cNvPr>
          <p:cNvSpPr txBox="1"/>
          <p:nvPr/>
        </p:nvSpPr>
        <p:spPr>
          <a:xfrm>
            <a:off x="3294327" y="10340712"/>
            <a:ext cx="1846520" cy="2004651"/>
          </a:xfrm>
          <a:custGeom>
            <a:avLst/>
            <a:gdLst>
              <a:gd name="csX0" fmla="*/ 0 w 1846520"/>
              <a:gd name="csY0" fmla="*/ 0 h 2004651"/>
              <a:gd name="csX1" fmla="*/ 443165 w 1846520"/>
              <a:gd name="csY1" fmla="*/ 0 h 2004651"/>
              <a:gd name="csX2" fmla="*/ 849399 w 1846520"/>
              <a:gd name="csY2" fmla="*/ 0 h 2004651"/>
              <a:gd name="csX3" fmla="*/ 1347960 w 1846520"/>
              <a:gd name="csY3" fmla="*/ 0 h 2004651"/>
              <a:gd name="csX4" fmla="*/ 1846520 w 1846520"/>
              <a:gd name="csY4" fmla="*/ 0 h 2004651"/>
              <a:gd name="csX5" fmla="*/ 1846520 w 1846520"/>
              <a:gd name="csY5" fmla="*/ 481116 h 2004651"/>
              <a:gd name="csX6" fmla="*/ 1846520 w 1846520"/>
              <a:gd name="csY6" fmla="*/ 942186 h 2004651"/>
              <a:gd name="csX7" fmla="*/ 1846520 w 1846520"/>
              <a:gd name="csY7" fmla="*/ 1443349 h 2004651"/>
              <a:gd name="csX8" fmla="*/ 1846520 w 1846520"/>
              <a:gd name="csY8" fmla="*/ 2004651 h 2004651"/>
              <a:gd name="csX9" fmla="*/ 1421820 w 1846520"/>
              <a:gd name="csY9" fmla="*/ 2004651 h 2004651"/>
              <a:gd name="csX10" fmla="*/ 960190 w 1846520"/>
              <a:gd name="csY10" fmla="*/ 2004651 h 2004651"/>
              <a:gd name="csX11" fmla="*/ 498560 w 1846520"/>
              <a:gd name="csY11" fmla="*/ 2004651 h 2004651"/>
              <a:gd name="csX12" fmla="*/ 0 w 1846520"/>
              <a:gd name="csY12" fmla="*/ 2004651 h 2004651"/>
              <a:gd name="csX13" fmla="*/ 0 w 1846520"/>
              <a:gd name="csY13" fmla="*/ 1463395 h 2004651"/>
              <a:gd name="csX14" fmla="*/ 0 w 1846520"/>
              <a:gd name="csY14" fmla="*/ 922139 h 2004651"/>
              <a:gd name="csX15" fmla="*/ 0 w 1846520"/>
              <a:gd name="csY15" fmla="*/ 0 h 20046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846520" h="2004651" extrusionOk="0">
                <a:moveTo>
                  <a:pt x="0" y="0"/>
                </a:moveTo>
                <a:cubicBezTo>
                  <a:pt x="96836" y="-7871"/>
                  <a:pt x="294109" y="12897"/>
                  <a:pt x="443165" y="0"/>
                </a:cubicBezTo>
                <a:cubicBezTo>
                  <a:pt x="592222" y="-12897"/>
                  <a:pt x="684628" y="45756"/>
                  <a:pt x="849399" y="0"/>
                </a:cubicBezTo>
                <a:cubicBezTo>
                  <a:pt x="1014170" y="-45756"/>
                  <a:pt x="1121863" y="59148"/>
                  <a:pt x="1347960" y="0"/>
                </a:cubicBezTo>
                <a:cubicBezTo>
                  <a:pt x="1574057" y="-59148"/>
                  <a:pt x="1716979" y="40571"/>
                  <a:pt x="1846520" y="0"/>
                </a:cubicBezTo>
                <a:cubicBezTo>
                  <a:pt x="1847391" y="153622"/>
                  <a:pt x="1815808" y="341952"/>
                  <a:pt x="1846520" y="481116"/>
                </a:cubicBezTo>
                <a:cubicBezTo>
                  <a:pt x="1877232" y="620280"/>
                  <a:pt x="1801792" y="778566"/>
                  <a:pt x="1846520" y="942186"/>
                </a:cubicBezTo>
                <a:cubicBezTo>
                  <a:pt x="1891248" y="1105806"/>
                  <a:pt x="1788274" y="1241311"/>
                  <a:pt x="1846520" y="1443349"/>
                </a:cubicBezTo>
                <a:cubicBezTo>
                  <a:pt x="1904766" y="1645387"/>
                  <a:pt x="1835698" y="1795545"/>
                  <a:pt x="1846520" y="2004651"/>
                </a:cubicBezTo>
                <a:cubicBezTo>
                  <a:pt x="1685925" y="2051655"/>
                  <a:pt x="1578801" y="1958476"/>
                  <a:pt x="1421820" y="2004651"/>
                </a:cubicBezTo>
                <a:cubicBezTo>
                  <a:pt x="1264839" y="2050826"/>
                  <a:pt x="1169536" y="1953578"/>
                  <a:pt x="960190" y="2004651"/>
                </a:cubicBezTo>
                <a:cubicBezTo>
                  <a:pt x="750844" y="2055724"/>
                  <a:pt x="702721" y="2001141"/>
                  <a:pt x="498560" y="2004651"/>
                </a:cubicBezTo>
                <a:cubicBezTo>
                  <a:pt x="294399" y="2008161"/>
                  <a:pt x="233334" y="1998545"/>
                  <a:pt x="0" y="2004651"/>
                </a:cubicBezTo>
                <a:cubicBezTo>
                  <a:pt x="-27743" y="1876604"/>
                  <a:pt x="18225" y="1667768"/>
                  <a:pt x="0" y="1463395"/>
                </a:cubicBezTo>
                <a:cubicBezTo>
                  <a:pt x="-18225" y="1259022"/>
                  <a:pt x="47739" y="1187861"/>
                  <a:pt x="0" y="922139"/>
                </a:cubicBezTo>
                <a:cubicBezTo>
                  <a:pt x="-47739" y="656417"/>
                  <a:pt x="103857" y="348081"/>
                  <a:pt x="0" y="0"/>
                </a:cubicBezTo>
                <a:close/>
              </a:path>
            </a:pathLst>
          </a:custGeom>
          <a:noFill/>
          <a:ln w="28575" cap="flat">
            <a:solidFill>
              <a:schemeClr val="tx1"/>
            </a:solidFill>
            <a:miter lim="400000"/>
            <a:extLst>
              <a:ext uri="{C807C97D-BFC1-408E-A445-0C87EB9F89A2}">
                <ask:lineSketchStyleProps xmlns:ask="http://schemas.microsoft.com/office/drawing/2018/sketchyshapes" sd="1219033472">
                  <a:prstGeom prst="rect">
                    <a:avLst/>
                  </a:prstGeom>
                  <ask:type>
                    <ask:lineSketchScribble/>
                  </ask:type>
                </ask:lineSketchStyleProps>
              </a:ext>
            </a:extLst>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90000"/>
              </a:lnSpc>
              <a:spcBef>
                <a:spcPts val="4500"/>
              </a:spcBef>
              <a:spcAft>
                <a:spcPts val="0"/>
              </a:spcAft>
              <a:buClrTx/>
              <a:buSzTx/>
              <a:buFontTx/>
              <a:buNone/>
              <a:tabLst/>
            </a:pPr>
            <a:r>
              <a:rPr kumimoji="0" lang="en-US" sz="1800" b="0" i="0" u="none" strike="noStrike" cap="none" spc="0" normalizeH="0" baseline="0" dirty="0">
                <a:ln>
                  <a:noFill/>
                </a:ln>
                <a:solidFill>
                  <a:srgbClr val="FFFFFF"/>
                </a:solidFill>
                <a:effectLst/>
                <a:uFillTx/>
                <a:latin typeface="Roboto"/>
                <a:ea typeface="Roboto"/>
                <a:cs typeface="Roboto"/>
                <a:sym typeface="Roboto"/>
              </a:rPr>
              <a:t>What do my users want?</a:t>
            </a:r>
          </a:p>
          <a:p>
            <a:pPr marL="0" marR="0" indent="0" algn="ctr" defTabSz="2438338" rtl="0" fontAlgn="auto" latinLnBrk="0" hangingPunct="0">
              <a:lnSpc>
                <a:spcPct val="90000"/>
              </a:lnSpc>
              <a:spcBef>
                <a:spcPts val="4500"/>
              </a:spcBef>
              <a:spcAft>
                <a:spcPts val="0"/>
              </a:spcAft>
              <a:buClrTx/>
              <a:buSzTx/>
              <a:buFontTx/>
              <a:buNone/>
              <a:tabLst/>
            </a:pPr>
            <a:endParaRPr kumimoji="0" lang="en-US" sz="1800" b="0" i="0" u="none" strike="noStrike" cap="none" spc="0" normalizeH="0" baseline="0" dirty="0">
              <a:ln>
                <a:noFill/>
              </a:ln>
              <a:solidFill>
                <a:srgbClr val="FFFFFF"/>
              </a:solidFill>
              <a:effectLst/>
              <a:uFillTx/>
              <a:latin typeface="Roboto"/>
              <a:ea typeface="Roboto"/>
              <a:cs typeface="Roboto"/>
              <a:sym typeface="Roboto"/>
            </a:endParaRPr>
          </a:p>
        </p:txBody>
      </p:sp>
      <p:sp>
        <p:nvSpPr>
          <p:cNvPr id="46" name="TextBox 45">
            <a:extLst>
              <a:ext uri="{FF2B5EF4-FFF2-40B4-BE49-F238E27FC236}">
                <a16:creationId xmlns:a16="http://schemas.microsoft.com/office/drawing/2014/main" id="{A0012B96-A327-F3A9-C86A-423C0C681DC7}"/>
              </a:ext>
            </a:extLst>
          </p:cNvPr>
          <p:cNvSpPr txBox="1"/>
          <p:nvPr/>
        </p:nvSpPr>
        <p:spPr>
          <a:xfrm>
            <a:off x="5243617" y="8665208"/>
            <a:ext cx="1846520" cy="2503249"/>
          </a:xfrm>
          <a:custGeom>
            <a:avLst/>
            <a:gdLst>
              <a:gd name="csX0" fmla="*/ 0 w 1846520"/>
              <a:gd name="csY0" fmla="*/ 0 h 2503249"/>
              <a:gd name="csX1" fmla="*/ 443165 w 1846520"/>
              <a:gd name="csY1" fmla="*/ 0 h 2503249"/>
              <a:gd name="csX2" fmla="*/ 849399 w 1846520"/>
              <a:gd name="csY2" fmla="*/ 0 h 2503249"/>
              <a:gd name="csX3" fmla="*/ 1347960 w 1846520"/>
              <a:gd name="csY3" fmla="*/ 0 h 2503249"/>
              <a:gd name="csX4" fmla="*/ 1846520 w 1846520"/>
              <a:gd name="csY4" fmla="*/ 0 h 2503249"/>
              <a:gd name="csX5" fmla="*/ 1846520 w 1846520"/>
              <a:gd name="csY5" fmla="*/ 475617 h 2503249"/>
              <a:gd name="csX6" fmla="*/ 1846520 w 1846520"/>
              <a:gd name="csY6" fmla="*/ 926202 h 2503249"/>
              <a:gd name="csX7" fmla="*/ 1846520 w 1846520"/>
              <a:gd name="csY7" fmla="*/ 1426852 h 2503249"/>
              <a:gd name="csX8" fmla="*/ 1846520 w 1846520"/>
              <a:gd name="csY8" fmla="*/ 1927502 h 2503249"/>
              <a:gd name="csX9" fmla="*/ 1846520 w 1846520"/>
              <a:gd name="csY9" fmla="*/ 2503249 h 2503249"/>
              <a:gd name="csX10" fmla="*/ 1421820 w 1846520"/>
              <a:gd name="csY10" fmla="*/ 2503249 h 2503249"/>
              <a:gd name="csX11" fmla="*/ 960190 w 1846520"/>
              <a:gd name="csY11" fmla="*/ 2503249 h 2503249"/>
              <a:gd name="csX12" fmla="*/ 517026 w 1846520"/>
              <a:gd name="csY12" fmla="*/ 2503249 h 2503249"/>
              <a:gd name="csX13" fmla="*/ 0 w 1846520"/>
              <a:gd name="csY13" fmla="*/ 2503249 h 2503249"/>
              <a:gd name="csX14" fmla="*/ 0 w 1846520"/>
              <a:gd name="csY14" fmla="*/ 1952534 h 2503249"/>
              <a:gd name="csX15" fmla="*/ 0 w 1846520"/>
              <a:gd name="csY15" fmla="*/ 1401819 h 2503249"/>
              <a:gd name="csX16" fmla="*/ 0 w 1846520"/>
              <a:gd name="csY16" fmla="*/ 901170 h 2503249"/>
              <a:gd name="csX17" fmla="*/ 0 w 1846520"/>
              <a:gd name="csY17" fmla="*/ 0 h 25032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846520" h="2503249" extrusionOk="0">
                <a:moveTo>
                  <a:pt x="0" y="0"/>
                </a:moveTo>
                <a:cubicBezTo>
                  <a:pt x="96836" y="-7871"/>
                  <a:pt x="294109" y="12897"/>
                  <a:pt x="443165" y="0"/>
                </a:cubicBezTo>
                <a:cubicBezTo>
                  <a:pt x="592222" y="-12897"/>
                  <a:pt x="684628" y="45756"/>
                  <a:pt x="849399" y="0"/>
                </a:cubicBezTo>
                <a:cubicBezTo>
                  <a:pt x="1014170" y="-45756"/>
                  <a:pt x="1121863" y="59148"/>
                  <a:pt x="1347960" y="0"/>
                </a:cubicBezTo>
                <a:cubicBezTo>
                  <a:pt x="1574057" y="-59148"/>
                  <a:pt x="1716979" y="40571"/>
                  <a:pt x="1846520" y="0"/>
                </a:cubicBezTo>
                <a:cubicBezTo>
                  <a:pt x="1862574" y="125540"/>
                  <a:pt x="1814418" y="315597"/>
                  <a:pt x="1846520" y="475617"/>
                </a:cubicBezTo>
                <a:cubicBezTo>
                  <a:pt x="1878622" y="635637"/>
                  <a:pt x="1835477" y="821578"/>
                  <a:pt x="1846520" y="926202"/>
                </a:cubicBezTo>
                <a:cubicBezTo>
                  <a:pt x="1857563" y="1030827"/>
                  <a:pt x="1830835" y="1244670"/>
                  <a:pt x="1846520" y="1426852"/>
                </a:cubicBezTo>
                <a:cubicBezTo>
                  <a:pt x="1862205" y="1609034"/>
                  <a:pt x="1828941" y="1688808"/>
                  <a:pt x="1846520" y="1927502"/>
                </a:cubicBezTo>
                <a:cubicBezTo>
                  <a:pt x="1864099" y="2166196"/>
                  <a:pt x="1819449" y="2257461"/>
                  <a:pt x="1846520" y="2503249"/>
                </a:cubicBezTo>
                <a:cubicBezTo>
                  <a:pt x="1697628" y="2517190"/>
                  <a:pt x="1536523" y="2457179"/>
                  <a:pt x="1421820" y="2503249"/>
                </a:cubicBezTo>
                <a:cubicBezTo>
                  <a:pt x="1307117" y="2549319"/>
                  <a:pt x="1164351" y="2499739"/>
                  <a:pt x="960190" y="2503249"/>
                </a:cubicBezTo>
                <a:cubicBezTo>
                  <a:pt x="756029" y="2506759"/>
                  <a:pt x="722383" y="2487760"/>
                  <a:pt x="517026" y="2503249"/>
                </a:cubicBezTo>
                <a:cubicBezTo>
                  <a:pt x="311669" y="2518738"/>
                  <a:pt x="202155" y="2458276"/>
                  <a:pt x="0" y="2503249"/>
                </a:cubicBezTo>
                <a:cubicBezTo>
                  <a:pt x="-52688" y="2277115"/>
                  <a:pt x="51373" y="2092220"/>
                  <a:pt x="0" y="1952534"/>
                </a:cubicBezTo>
                <a:cubicBezTo>
                  <a:pt x="-51373" y="1812848"/>
                  <a:pt x="31955" y="1555458"/>
                  <a:pt x="0" y="1401819"/>
                </a:cubicBezTo>
                <a:cubicBezTo>
                  <a:pt x="-31955" y="1248180"/>
                  <a:pt x="220" y="1134421"/>
                  <a:pt x="0" y="901170"/>
                </a:cubicBezTo>
                <a:cubicBezTo>
                  <a:pt x="-220" y="667919"/>
                  <a:pt x="8334" y="354148"/>
                  <a:pt x="0" y="0"/>
                </a:cubicBezTo>
                <a:close/>
              </a:path>
            </a:pathLst>
          </a:custGeom>
          <a:noFill/>
          <a:ln w="28575" cap="flat">
            <a:solidFill>
              <a:schemeClr val="tx1"/>
            </a:solidFill>
            <a:miter lim="400000"/>
            <a:extLst>
              <a:ext uri="{C807C97D-BFC1-408E-A445-0C87EB9F89A2}">
                <ask:lineSketchStyleProps xmlns:ask="http://schemas.microsoft.com/office/drawing/2018/sketchyshapes" sd="1219033472">
                  <a:prstGeom prst="rect">
                    <a:avLst/>
                  </a:prstGeom>
                  <ask:type>
                    <ask:lineSketchScribble/>
                  </ask:type>
                </ask:lineSketchStyleProps>
              </a:ext>
            </a:extLst>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90000"/>
              </a:lnSpc>
              <a:spcBef>
                <a:spcPts val="4500"/>
              </a:spcBef>
              <a:spcAft>
                <a:spcPts val="0"/>
              </a:spcAft>
              <a:buClrTx/>
              <a:buSzTx/>
              <a:buFontTx/>
              <a:buNone/>
              <a:tabLst/>
            </a:pPr>
            <a:r>
              <a:rPr kumimoji="0" lang="en-US" sz="1800" b="0" i="0" u="none" strike="noStrike" cap="none" spc="0" normalizeH="0" baseline="0" dirty="0">
                <a:ln>
                  <a:noFill/>
                </a:ln>
                <a:solidFill>
                  <a:srgbClr val="FFFFFF"/>
                </a:solidFill>
                <a:effectLst/>
                <a:uFillTx/>
                <a:latin typeface="Roboto"/>
                <a:ea typeface="Roboto"/>
                <a:cs typeface="Roboto"/>
                <a:sym typeface="Roboto"/>
              </a:rPr>
              <a:t>What is my problem? </a:t>
            </a:r>
          </a:p>
          <a:p>
            <a:pPr marL="0" marR="0" indent="0" algn="ctr" defTabSz="2438338" rtl="0" fontAlgn="auto" latinLnBrk="0" hangingPunct="0">
              <a:lnSpc>
                <a:spcPct val="90000"/>
              </a:lnSpc>
              <a:spcBef>
                <a:spcPts val="4500"/>
              </a:spcBef>
              <a:spcAft>
                <a:spcPts val="0"/>
              </a:spcAft>
              <a:buClrTx/>
              <a:buSzTx/>
              <a:buFontTx/>
              <a:buNone/>
              <a:tabLst/>
            </a:pPr>
            <a:r>
              <a:rPr kumimoji="0" lang="en-US" sz="1800" b="0" i="0" u="none" strike="noStrike" cap="none" spc="0" normalizeH="0" baseline="0" dirty="0">
                <a:ln>
                  <a:noFill/>
                </a:ln>
                <a:solidFill>
                  <a:srgbClr val="FFFFFF"/>
                </a:solidFill>
                <a:effectLst/>
                <a:uFillTx/>
                <a:latin typeface="Roboto"/>
                <a:ea typeface="Roboto"/>
                <a:cs typeface="Roboto"/>
                <a:sym typeface="Roboto"/>
              </a:rPr>
              <a:t>What about a potential solution?</a:t>
            </a:r>
          </a:p>
        </p:txBody>
      </p:sp>
      <p:sp>
        <p:nvSpPr>
          <p:cNvPr id="48" name="TextBox 47">
            <a:extLst>
              <a:ext uri="{FF2B5EF4-FFF2-40B4-BE49-F238E27FC236}">
                <a16:creationId xmlns:a16="http://schemas.microsoft.com/office/drawing/2014/main" id="{776DB6CE-5376-2FE4-23F0-3A9D082C13FA}"/>
              </a:ext>
            </a:extLst>
          </p:cNvPr>
          <p:cNvSpPr txBox="1"/>
          <p:nvPr/>
        </p:nvSpPr>
        <p:spPr>
          <a:xfrm>
            <a:off x="6988169" y="11448894"/>
            <a:ext cx="1846520" cy="928972"/>
          </a:xfrm>
          <a:custGeom>
            <a:avLst/>
            <a:gdLst>
              <a:gd name="csX0" fmla="*/ 0 w 1846520"/>
              <a:gd name="csY0" fmla="*/ 0 h 928972"/>
              <a:gd name="csX1" fmla="*/ 443165 w 1846520"/>
              <a:gd name="csY1" fmla="*/ 0 h 928972"/>
              <a:gd name="csX2" fmla="*/ 849399 w 1846520"/>
              <a:gd name="csY2" fmla="*/ 0 h 928972"/>
              <a:gd name="csX3" fmla="*/ 1347960 w 1846520"/>
              <a:gd name="csY3" fmla="*/ 0 h 928972"/>
              <a:gd name="csX4" fmla="*/ 1846520 w 1846520"/>
              <a:gd name="csY4" fmla="*/ 0 h 928972"/>
              <a:gd name="csX5" fmla="*/ 1846520 w 1846520"/>
              <a:gd name="csY5" fmla="*/ 455196 h 928972"/>
              <a:gd name="csX6" fmla="*/ 1846520 w 1846520"/>
              <a:gd name="csY6" fmla="*/ 928972 h 928972"/>
              <a:gd name="csX7" fmla="*/ 1384890 w 1846520"/>
              <a:gd name="csY7" fmla="*/ 928972 h 928972"/>
              <a:gd name="csX8" fmla="*/ 886330 w 1846520"/>
              <a:gd name="csY8" fmla="*/ 928972 h 928972"/>
              <a:gd name="csX9" fmla="*/ 480095 w 1846520"/>
              <a:gd name="csY9" fmla="*/ 928972 h 928972"/>
              <a:gd name="csX10" fmla="*/ 0 w 1846520"/>
              <a:gd name="csY10" fmla="*/ 928972 h 928972"/>
              <a:gd name="csX11" fmla="*/ 0 w 1846520"/>
              <a:gd name="csY11" fmla="*/ 464486 h 928972"/>
              <a:gd name="csX12" fmla="*/ 0 w 1846520"/>
              <a:gd name="csY12" fmla="*/ 0 h 9289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846520" h="928972" extrusionOk="0">
                <a:moveTo>
                  <a:pt x="0" y="0"/>
                </a:moveTo>
                <a:cubicBezTo>
                  <a:pt x="96836" y="-7871"/>
                  <a:pt x="294109" y="12897"/>
                  <a:pt x="443165" y="0"/>
                </a:cubicBezTo>
                <a:cubicBezTo>
                  <a:pt x="592222" y="-12897"/>
                  <a:pt x="684628" y="45756"/>
                  <a:pt x="849399" y="0"/>
                </a:cubicBezTo>
                <a:cubicBezTo>
                  <a:pt x="1014170" y="-45756"/>
                  <a:pt x="1121863" y="59148"/>
                  <a:pt x="1347960" y="0"/>
                </a:cubicBezTo>
                <a:cubicBezTo>
                  <a:pt x="1574057" y="-59148"/>
                  <a:pt x="1716979" y="40571"/>
                  <a:pt x="1846520" y="0"/>
                </a:cubicBezTo>
                <a:cubicBezTo>
                  <a:pt x="1853470" y="137815"/>
                  <a:pt x="1792603" y="272871"/>
                  <a:pt x="1846520" y="455196"/>
                </a:cubicBezTo>
                <a:cubicBezTo>
                  <a:pt x="1900437" y="637521"/>
                  <a:pt x="1819422" y="765803"/>
                  <a:pt x="1846520" y="928972"/>
                </a:cubicBezTo>
                <a:cubicBezTo>
                  <a:pt x="1646235" y="980068"/>
                  <a:pt x="1591284" y="910342"/>
                  <a:pt x="1384890" y="928972"/>
                </a:cubicBezTo>
                <a:cubicBezTo>
                  <a:pt x="1178496" y="947602"/>
                  <a:pt x="1045173" y="913316"/>
                  <a:pt x="886330" y="928972"/>
                </a:cubicBezTo>
                <a:cubicBezTo>
                  <a:pt x="727487" y="944628"/>
                  <a:pt x="575476" y="903265"/>
                  <a:pt x="480095" y="928972"/>
                </a:cubicBezTo>
                <a:cubicBezTo>
                  <a:pt x="384714" y="954679"/>
                  <a:pt x="151495" y="905472"/>
                  <a:pt x="0" y="928972"/>
                </a:cubicBezTo>
                <a:cubicBezTo>
                  <a:pt x="-26412" y="812927"/>
                  <a:pt x="36564" y="575137"/>
                  <a:pt x="0" y="464486"/>
                </a:cubicBezTo>
                <a:cubicBezTo>
                  <a:pt x="-36564" y="353835"/>
                  <a:pt x="19027" y="117749"/>
                  <a:pt x="0" y="0"/>
                </a:cubicBezTo>
                <a:close/>
              </a:path>
            </a:pathLst>
          </a:custGeom>
          <a:noFill/>
          <a:ln w="28575" cap="flat">
            <a:solidFill>
              <a:schemeClr val="tx1"/>
            </a:solidFill>
            <a:miter lim="400000"/>
            <a:extLst>
              <a:ext uri="{C807C97D-BFC1-408E-A445-0C87EB9F89A2}">
                <ask:lineSketchStyleProps xmlns:ask="http://schemas.microsoft.com/office/drawing/2018/sketchyshapes" sd="1219033472">
                  <a:prstGeom prst="rect">
                    <a:avLst/>
                  </a:prstGeom>
                  <ask:type>
                    <ask:lineSketchScribble/>
                  </ask:type>
                </ask:lineSketchStyleProps>
              </a:ext>
            </a:extLst>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90000"/>
              </a:lnSpc>
              <a:spcBef>
                <a:spcPts val="4500"/>
              </a:spcBef>
              <a:spcAft>
                <a:spcPts val="0"/>
              </a:spcAft>
              <a:buClrTx/>
              <a:buSzTx/>
              <a:buFontTx/>
              <a:buNone/>
              <a:tabLst/>
            </a:pPr>
            <a:r>
              <a:rPr kumimoji="0" lang="en-US" sz="1800" b="0" i="0" u="none" strike="noStrike" cap="none" spc="0" normalizeH="0" baseline="0" dirty="0">
                <a:ln>
                  <a:noFill/>
                </a:ln>
                <a:solidFill>
                  <a:srgbClr val="FFFFFF"/>
                </a:solidFill>
                <a:effectLst/>
                <a:uFillTx/>
                <a:latin typeface="Roboto"/>
                <a:ea typeface="Roboto"/>
                <a:cs typeface="Roboto"/>
                <a:sym typeface="Roboto"/>
              </a:rPr>
              <a:t>User Stories</a:t>
            </a:r>
          </a:p>
        </p:txBody>
      </p:sp>
      <p:sp>
        <p:nvSpPr>
          <p:cNvPr id="51" name="TextBox 50">
            <a:extLst>
              <a:ext uri="{FF2B5EF4-FFF2-40B4-BE49-F238E27FC236}">
                <a16:creationId xmlns:a16="http://schemas.microsoft.com/office/drawing/2014/main" id="{E59E3BB9-2137-AD9A-A904-CA5E936D1967}"/>
              </a:ext>
            </a:extLst>
          </p:cNvPr>
          <p:cNvSpPr txBox="1"/>
          <p:nvPr/>
        </p:nvSpPr>
        <p:spPr>
          <a:xfrm>
            <a:off x="9294624" y="10475892"/>
            <a:ext cx="1846520" cy="1178271"/>
          </a:xfrm>
          <a:custGeom>
            <a:avLst/>
            <a:gdLst>
              <a:gd name="csX0" fmla="*/ 0 w 1846520"/>
              <a:gd name="csY0" fmla="*/ 0 h 1178271"/>
              <a:gd name="csX1" fmla="*/ 443165 w 1846520"/>
              <a:gd name="csY1" fmla="*/ 0 h 1178271"/>
              <a:gd name="csX2" fmla="*/ 849399 w 1846520"/>
              <a:gd name="csY2" fmla="*/ 0 h 1178271"/>
              <a:gd name="csX3" fmla="*/ 1347960 w 1846520"/>
              <a:gd name="csY3" fmla="*/ 0 h 1178271"/>
              <a:gd name="csX4" fmla="*/ 1846520 w 1846520"/>
              <a:gd name="csY4" fmla="*/ 0 h 1178271"/>
              <a:gd name="csX5" fmla="*/ 1846520 w 1846520"/>
              <a:gd name="csY5" fmla="*/ 577353 h 1178271"/>
              <a:gd name="csX6" fmla="*/ 1846520 w 1846520"/>
              <a:gd name="csY6" fmla="*/ 1178271 h 1178271"/>
              <a:gd name="csX7" fmla="*/ 1384890 w 1846520"/>
              <a:gd name="csY7" fmla="*/ 1178271 h 1178271"/>
              <a:gd name="csX8" fmla="*/ 886330 w 1846520"/>
              <a:gd name="csY8" fmla="*/ 1178271 h 1178271"/>
              <a:gd name="csX9" fmla="*/ 480095 w 1846520"/>
              <a:gd name="csY9" fmla="*/ 1178271 h 1178271"/>
              <a:gd name="csX10" fmla="*/ 0 w 1846520"/>
              <a:gd name="csY10" fmla="*/ 1178271 h 1178271"/>
              <a:gd name="csX11" fmla="*/ 0 w 1846520"/>
              <a:gd name="csY11" fmla="*/ 589136 h 1178271"/>
              <a:gd name="csX12" fmla="*/ 0 w 1846520"/>
              <a:gd name="csY12" fmla="*/ 0 h 11782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846520" h="1178271" extrusionOk="0">
                <a:moveTo>
                  <a:pt x="0" y="0"/>
                </a:moveTo>
                <a:cubicBezTo>
                  <a:pt x="96836" y="-7871"/>
                  <a:pt x="294109" y="12897"/>
                  <a:pt x="443165" y="0"/>
                </a:cubicBezTo>
                <a:cubicBezTo>
                  <a:pt x="592222" y="-12897"/>
                  <a:pt x="684628" y="45756"/>
                  <a:pt x="849399" y="0"/>
                </a:cubicBezTo>
                <a:cubicBezTo>
                  <a:pt x="1014170" y="-45756"/>
                  <a:pt x="1121863" y="59148"/>
                  <a:pt x="1347960" y="0"/>
                </a:cubicBezTo>
                <a:cubicBezTo>
                  <a:pt x="1574057" y="-59148"/>
                  <a:pt x="1716979" y="40571"/>
                  <a:pt x="1846520" y="0"/>
                </a:cubicBezTo>
                <a:cubicBezTo>
                  <a:pt x="1887644" y="265108"/>
                  <a:pt x="1802569" y="336260"/>
                  <a:pt x="1846520" y="577353"/>
                </a:cubicBezTo>
                <a:cubicBezTo>
                  <a:pt x="1890471" y="818446"/>
                  <a:pt x="1839975" y="1038395"/>
                  <a:pt x="1846520" y="1178271"/>
                </a:cubicBezTo>
                <a:cubicBezTo>
                  <a:pt x="1646235" y="1229367"/>
                  <a:pt x="1591284" y="1159641"/>
                  <a:pt x="1384890" y="1178271"/>
                </a:cubicBezTo>
                <a:cubicBezTo>
                  <a:pt x="1178496" y="1196901"/>
                  <a:pt x="1045173" y="1162615"/>
                  <a:pt x="886330" y="1178271"/>
                </a:cubicBezTo>
                <a:cubicBezTo>
                  <a:pt x="727487" y="1193927"/>
                  <a:pt x="575476" y="1152564"/>
                  <a:pt x="480095" y="1178271"/>
                </a:cubicBezTo>
                <a:cubicBezTo>
                  <a:pt x="384714" y="1203978"/>
                  <a:pt x="151495" y="1154771"/>
                  <a:pt x="0" y="1178271"/>
                </a:cubicBezTo>
                <a:cubicBezTo>
                  <a:pt x="-29422" y="1008134"/>
                  <a:pt x="63421" y="707790"/>
                  <a:pt x="0" y="589136"/>
                </a:cubicBezTo>
                <a:cubicBezTo>
                  <a:pt x="-63421" y="470482"/>
                  <a:pt x="52149" y="158493"/>
                  <a:pt x="0" y="0"/>
                </a:cubicBezTo>
                <a:close/>
              </a:path>
            </a:pathLst>
          </a:custGeom>
          <a:noFill/>
          <a:ln w="28575" cap="flat">
            <a:solidFill>
              <a:schemeClr val="tx1"/>
            </a:solidFill>
            <a:miter lim="400000"/>
            <a:extLst>
              <a:ext uri="{C807C97D-BFC1-408E-A445-0C87EB9F89A2}">
                <ask:lineSketchStyleProps xmlns:ask="http://schemas.microsoft.com/office/drawing/2018/sketchyshapes" sd="1219033472">
                  <a:prstGeom prst="rect">
                    <a:avLst/>
                  </a:prstGeom>
                  <ask:type>
                    <ask:lineSketchScribble/>
                  </ask:type>
                </ask:lineSketchStyleProps>
              </a:ext>
            </a:extLst>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90000"/>
              </a:lnSpc>
              <a:spcBef>
                <a:spcPts val="4500"/>
              </a:spcBef>
              <a:spcAft>
                <a:spcPts val="0"/>
              </a:spcAft>
              <a:buClrTx/>
              <a:buSzTx/>
              <a:buFontTx/>
              <a:buNone/>
              <a:tabLst/>
            </a:pPr>
            <a:r>
              <a:rPr lang="en-US" sz="1800" dirty="0"/>
              <a:t>Envisage the solution</a:t>
            </a:r>
            <a:endParaRPr kumimoji="0" lang="en-US" sz="1800" b="0" i="0" u="none" strike="noStrike" cap="none" spc="0" normalizeH="0" baseline="0" dirty="0">
              <a:ln>
                <a:noFill/>
              </a:ln>
              <a:solidFill>
                <a:srgbClr val="FFFFFF"/>
              </a:solidFill>
              <a:effectLst/>
              <a:uFillTx/>
              <a:latin typeface="Roboto"/>
              <a:ea typeface="Roboto"/>
              <a:cs typeface="Roboto"/>
              <a:sym typeface="Roboto"/>
            </a:endParaRPr>
          </a:p>
        </p:txBody>
      </p:sp>
      <p:sp>
        <p:nvSpPr>
          <p:cNvPr id="52" name="TextBox 51">
            <a:extLst>
              <a:ext uri="{FF2B5EF4-FFF2-40B4-BE49-F238E27FC236}">
                <a16:creationId xmlns:a16="http://schemas.microsoft.com/office/drawing/2014/main" id="{29D66F46-A826-D6E8-CC5A-FC18F4A915B0}"/>
              </a:ext>
            </a:extLst>
          </p:cNvPr>
          <p:cNvSpPr txBox="1"/>
          <p:nvPr/>
        </p:nvSpPr>
        <p:spPr>
          <a:xfrm>
            <a:off x="13161328" y="9763992"/>
            <a:ext cx="1846520" cy="2004651"/>
          </a:xfrm>
          <a:custGeom>
            <a:avLst/>
            <a:gdLst>
              <a:gd name="csX0" fmla="*/ 0 w 1846520"/>
              <a:gd name="csY0" fmla="*/ 0 h 2004651"/>
              <a:gd name="csX1" fmla="*/ 443165 w 1846520"/>
              <a:gd name="csY1" fmla="*/ 0 h 2004651"/>
              <a:gd name="csX2" fmla="*/ 849399 w 1846520"/>
              <a:gd name="csY2" fmla="*/ 0 h 2004651"/>
              <a:gd name="csX3" fmla="*/ 1347960 w 1846520"/>
              <a:gd name="csY3" fmla="*/ 0 h 2004651"/>
              <a:gd name="csX4" fmla="*/ 1846520 w 1846520"/>
              <a:gd name="csY4" fmla="*/ 0 h 2004651"/>
              <a:gd name="csX5" fmla="*/ 1846520 w 1846520"/>
              <a:gd name="csY5" fmla="*/ 481116 h 2004651"/>
              <a:gd name="csX6" fmla="*/ 1846520 w 1846520"/>
              <a:gd name="csY6" fmla="*/ 942186 h 2004651"/>
              <a:gd name="csX7" fmla="*/ 1846520 w 1846520"/>
              <a:gd name="csY7" fmla="*/ 1443349 h 2004651"/>
              <a:gd name="csX8" fmla="*/ 1846520 w 1846520"/>
              <a:gd name="csY8" fmla="*/ 2004651 h 2004651"/>
              <a:gd name="csX9" fmla="*/ 1421820 w 1846520"/>
              <a:gd name="csY9" fmla="*/ 2004651 h 2004651"/>
              <a:gd name="csX10" fmla="*/ 960190 w 1846520"/>
              <a:gd name="csY10" fmla="*/ 2004651 h 2004651"/>
              <a:gd name="csX11" fmla="*/ 498560 w 1846520"/>
              <a:gd name="csY11" fmla="*/ 2004651 h 2004651"/>
              <a:gd name="csX12" fmla="*/ 0 w 1846520"/>
              <a:gd name="csY12" fmla="*/ 2004651 h 2004651"/>
              <a:gd name="csX13" fmla="*/ 0 w 1846520"/>
              <a:gd name="csY13" fmla="*/ 1463395 h 2004651"/>
              <a:gd name="csX14" fmla="*/ 0 w 1846520"/>
              <a:gd name="csY14" fmla="*/ 922139 h 2004651"/>
              <a:gd name="csX15" fmla="*/ 0 w 1846520"/>
              <a:gd name="csY15" fmla="*/ 0 h 20046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846520" h="2004651" extrusionOk="0">
                <a:moveTo>
                  <a:pt x="0" y="0"/>
                </a:moveTo>
                <a:cubicBezTo>
                  <a:pt x="96836" y="-7871"/>
                  <a:pt x="294109" y="12897"/>
                  <a:pt x="443165" y="0"/>
                </a:cubicBezTo>
                <a:cubicBezTo>
                  <a:pt x="592222" y="-12897"/>
                  <a:pt x="684628" y="45756"/>
                  <a:pt x="849399" y="0"/>
                </a:cubicBezTo>
                <a:cubicBezTo>
                  <a:pt x="1014170" y="-45756"/>
                  <a:pt x="1121863" y="59148"/>
                  <a:pt x="1347960" y="0"/>
                </a:cubicBezTo>
                <a:cubicBezTo>
                  <a:pt x="1574057" y="-59148"/>
                  <a:pt x="1716979" y="40571"/>
                  <a:pt x="1846520" y="0"/>
                </a:cubicBezTo>
                <a:cubicBezTo>
                  <a:pt x="1847391" y="153622"/>
                  <a:pt x="1815808" y="341952"/>
                  <a:pt x="1846520" y="481116"/>
                </a:cubicBezTo>
                <a:cubicBezTo>
                  <a:pt x="1877232" y="620280"/>
                  <a:pt x="1801792" y="778566"/>
                  <a:pt x="1846520" y="942186"/>
                </a:cubicBezTo>
                <a:cubicBezTo>
                  <a:pt x="1891248" y="1105806"/>
                  <a:pt x="1788274" y="1241311"/>
                  <a:pt x="1846520" y="1443349"/>
                </a:cubicBezTo>
                <a:cubicBezTo>
                  <a:pt x="1904766" y="1645387"/>
                  <a:pt x="1835698" y="1795545"/>
                  <a:pt x="1846520" y="2004651"/>
                </a:cubicBezTo>
                <a:cubicBezTo>
                  <a:pt x="1685925" y="2051655"/>
                  <a:pt x="1578801" y="1958476"/>
                  <a:pt x="1421820" y="2004651"/>
                </a:cubicBezTo>
                <a:cubicBezTo>
                  <a:pt x="1264839" y="2050826"/>
                  <a:pt x="1169536" y="1953578"/>
                  <a:pt x="960190" y="2004651"/>
                </a:cubicBezTo>
                <a:cubicBezTo>
                  <a:pt x="750844" y="2055724"/>
                  <a:pt x="702721" y="2001141"/>
                  <a:pt x="498560" y="2004651"/>
                </a:cubicBezTo>
                <a:cubicBezTo>
                  <a:pt x="294399" y="2008161"/>
                  <a:pt x="233334" y="1998545"/>
                  <a:pt x="0" y="2004651"/>
                </a:cubicBezTo>
                <a:cubicBezTo>
                  <a:pt x="-27743" y="1876604"/>
                  <a:pt x="18225" y="1667768"/>
                  <a:pt x="0" y="1463395"/>
                </a:cubicBezTo>
                <a:cubicBezTo>
                  <a:pt x="-18225" y="1259022"/>
                  <a:pt x="47739" y="1187861"/>
                  <a:pt x="0" y="922139"/>
                </a:cubicBezTo>
                <a:cubicBezTo>
                  <a:pt x="-47739" y="656417"/>
                  <a:pt x="103857" y="348081"/>
                  <a:pt x="0" y="0"/>
                </a:cubicBezTo>
                <a:close/>
              </a:path>
            </a:pathLst>
          </a:custGeom>
          <a:noFill/>
          <a:ln w="28575" cap="flat">
            <a:solidFill>
              <a:schemeClr val="tx1"/>
            </a:solidFill>
            <a:miter lim="400000"/>
            <a:extLst>
              <a:ext uri="{C807C97D-BFC1-408E-A445-0C87EB9F89A2}">
                <ask:lineSketchStyleProps xmlns:ask="http://schemas.microsoft.com/office/drawing/2018/sketchyshapes" sd="1219033472">
                  <a:prstGeom prst="rect">
                    <a:avLst/>
                  </a:prstGeom>
                  <ask:type>
                    <ask:lineSketchScribble/>
                  </ask:type>
                </ask:lineSketchStyleProps>
              </a:ext>
            </a:extLst>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90000"/>
              </a:lnSpc>
              <a:spcBef>
                <a:spcPts val="4500"/>
              </a:spcBef>
              <a:spcAft>
                <a:spcPts val="0"/>
              </a:spcAft>
              <a:buClrTx/>
              <a:buSzTx/>
              <a:buFontTx/>
              <a:buNone/>
              <a:tabLst/>
            </a:pPr>
            <a:r>
              <a:rPr kumimoji="0" lang="en-US" sz="1800" b="0" i="0" u="none" strike="noStrike" cap="none" spc="0" normalizeH="0" baseline="0" dirty="0">
                <a:ln>
                  <a:noFill/>
                </a:ln>
                <a:solidFill>
                  <a:srgbClr val="FFFFFF"/>
                </a:solidFill>
                <a:effectLst/>
                <a:uFillTx/>
                <a:latin typeface="Roboto"/>
                <a:ea typeface="Roboto"/>
                <a:cs typeface="Roboto"/>
                <a:sym typeface="Roboto"/>
              </a:rPr>
              <a:t>Test and Iterate</a:t>
            </a:r>
          </a:p>
          <a:p>
            <a:pPr marL="0" marR="0" indent="0" algn="ctr" defTabSz="2438338" rtl="0" fontAlgn="auto" latinLnBrk="0" hangingPunct="0">
              <a:lnSpc>
                <a:spcPct val="90000"/>
              </a:lnSpc>
              <a:spcBef>
                <a:spcPts val="4500"/>
              </a:spcBef>
              <a:spcAft>
                <a:spcPts val="0"/>
              </a:spcAft>
              <a:buClrTx/>
              <a:buSzTx/>
              <a:buFontTx/>
              <a:buNone/>
              <a:tabLst/>
            </a:pPr>
            <a:r>
              <a:rPr kumimoji="0" lang="en-US" sz="1800" b="0" i="0" u="none" strike="noStrike" cap="none" spc="0" normalizeH="0" baseline="0" dirty="0">
                <a:ln>
                  <a:noFill/>
                </a:ln>
                <a:solidFill>
                  <a:srgbClr val="FFFFFF"/>
                </a:solidFill>
                <a:effectLst/>
                <a:uFillTx/>
                <a:latin typeface="Roboto"/>
                <a:ea typeface="Roboto"/>
                <a:cs typeface="Roboto"/>
                <a:sym typeface="Roboto"/>
              </a:rPr>
              <a:t>Did you consider accessibility?</a:t>
            </a:r>
          </a:p>
        </p:txBody>
      </p:sp>
      <p:sp>
        <p:nvSpPr>
          <p:cNvPr id="53" name="TextBox 52">
            <a:extLst>
              <a:ext uri="{FF2B5EF4-FFF2-40B4-BE49-F238E27FC236}">
                <a16:creationId xmlns:a16="http://schemas.microsoft.com/office/drawing/2014/main" id="{8FB56E79-860D-A5FB-9B53-6AFD7A37C902}"/>
              </a:ext>
            </a:extLst>
          </p:cNvPr>
          <p:cNvSpPr txBox="1"/>
          <p:nvPr/>
        </p:nvSpPr>
        <p:spPr>
          <a:xfrm>
            <a:off x="15295971" y="12304085"/>
            <a:ext cx="1846520" cy="928972"/>
          </a:xfrm>
          <a:custGeom>
            <a:avLst/>
            <a:gdLst>
              <a:gd name="csX0" fmla="*/ 0 w 1846520"/>
              <a:gd name="csY0" fmla="*/ 0 h 928972"/>
              <a:gd name="csX1" fmla="*/ 443165 w 1846520"/>
              <a:gd name="csY1" fmla="*/ 0 h 928972"/>
              <a:gd name="csX2" fmla="*/ 849399 w 1846520"/>
              <a:gd name="csY2" fmla="*/ 0 h 928972"/>
              <a:gd name="csX3" fmla="*/ 1347960 w 1846520"/>
              <a:gd name="csY3" fmla="*/ 0 h 928972"/>
              <a:gd name="csX4" fmla="*/ 1846520 w 1846520"/>
              <a:gd name="csY4" fmla="*/ 0 h 928972"/>
              <a:gd name="csX5" fmla="*/ 1846520 w 1846520"/>
              <a:gd name="csY5" fmla="*/ 455196 h 928972"/>
              <a:gd name="csX6" fmla="*/ 1846520 w 1846520"/>
              <a:gd name="csY6" fmla="*/ 928972 h 928972"/>
              <a:gd name="csX7" fmla="*/ 1384890 w 1846520"/>
              <a:gd name="csY7" fmla="*/ 928972 h 928972"/>
              <a:gd name="csX8" fmla="*/ 886330 w 1846520"/>
              <a:gd name="csY8" fmla="*/ 928972 h 928972"/>
              <a:gd name="csX9" fmla="*/ 480095 w 1846520"/>
              <a:gd name="csY9" fmla="*/ 928972 h 928972"/>
              <a:gd name="csX10" fmla="*/ 0 w 1846520"/>
              <a:gd name="csY10" fmla="*/ 928972 h 928972"/>
              <a:gd name="csX11" fmla="*/ 0 w 1846520"/>
              <a:gd name="csY11" fmla="*/ 464486 h 928972"/>
              <a:gd name="csX12" fmla="*/ 0 w 1846520"/>
              <a:gd name="csY12" fmla="*/ 0 h 9289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846520" h="928972" extrusionOk="0">
                <a:moveTo>
                  <a:pt x="0" y="0"/>
                </a:moveTo>
                <a:cubicBezTo>
                  <a:pt x="96836" y="-7871"/>
                  <a:pt x="294109" y="12897"/>
                  <a:pt x="443165" y="0"/>
                </a:cubicBezTo>
                <a:cubicBezTo>
                  <a:pt x="592222" y="-12897"/>
                  <a:pt x="684628" y="45756"/>
                  <a:pt x="849399" y="0"/>
                </a:cubicBezTo>
                <a:cubicBezTo>
                  <a:pt x="1014170" y="-45756"/>
                  <a:pt x="1121863" y="59148"/>
                  <a:pt x="1347960" y="0"/>
                </a:cubicBezTo>
                <a:cubicBezTo>
                  <a:pt x="1574057" y="-59148"/>
                  <a:pt x="1716979" y="40571"/>
                  <a:pt x="1846520" y="0"/>
                </a:cubicBezTo>
                <a:cubicBezTo>
                  <a:pt x="1853470" y="137815"/>
                  <a:pt x="1792603" y="272871"/>
                  <a:pt x="1846520" y="455196"/>
                </a:cubicBezTo>
                <a:cubicBezTo>
                  <a:pt x="1900437" y="637521"/>
                  <a:pt x="1819422" y="765803"/>
                  <a:pt x="1846520" y="928972"/>
                </a:cubicBezTo>
                <a:cubicBezTo>
                  <a:pt x="1646235" y="980068"/>
                  <a:pt x="1591284" y="910342"/>
                  <a:pt x="1384890" y="928972"/>
                </a:cubicBezTo>
                <a:cubicBezTo>
                  <a:pt x="1178496" y="947602"/>
                  <a:pt x="1045173" y="913316"/>
                  <a:pt x="886330" y="928972"/>
                </a:cubicBezTo>
                <a:cubicBezTo>
                  <a:pt x="727487" y="944628"/>
                  <a:pt x="575476" y="903265"/>
                  <a:pt x="480095" y="928972"/>
                </a:cubicBezTo>
                <a:cubicBezTo>
                  <a:pt x="384714" y="954679"/>
                  <a:pt x="151495" y="905472"/>
                  <a:pt x="0" y="928972"/>
                </a:cubicBezTo>
                <a:cubicBezTo>
                  <a:pt x="-26412" y="812927"/>
                  <a:pt x="36564" y="575137"/>
                  <a:pt x="0" y="464486"/>
                </a:cubicBezTo>
                <a:cubicBezTo>
                  <a:pt x="-36564" y="353835"/>
                  <a:pt x="19027" y="117749"/>
                  <a:pt x="0" y="0"/>
                </a:cubicBezTo>
                <a:close/>
              </a:path>
            </a:pathLst>
          </a:custGeom>
          <a:noFill/>
          <a:ln w="28575" cap="flat">
            <a:solidFill>
              <a:schemeClr val="tx1"/>
            </a:solidFill>
            <a:miter lim="400000"/>
            <a:extLst>
              <a:ext uri="{C807C97D-BFC1-408E-A445-0C87EB9F89A2}">
                <ask:lineSketchStyleProps xmlns:ask="http://schemas.microsoft.com/office/drawing/2018/sketchyshapes" sd="1219033472">
                  <a:prstGeom prst="rect">
                    <a:avLst/>
                  </a:prstGeom>
                  <ask:type>
                    <ask:lineSketchScribble/>
                  </ask:type>
                </ask:lineSketchStyleProps>
              </a:ext>
            </a:extLst>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90000"/>
              </a:lnSpc>
              <a:spcBef>
                <a:spcPts val="4500"/>
              </a:spcBef>
              <a:spcAft>
                <a:spcPts val="0"/>
              </a:spcAft>
              <a:buClrTx/>
              <a:buSzTx/>
              <a:buFontTx/>
              <a:buNone/>
              <a:tabLst/>
            </a:pPr>
            <a:r>
              <a:rPr kumimoji="0" lang="en-US" sz="1800" b="0" i="0" u="none" strike="noStrike" cap="none" spc="0" normalizeH="0" baseline="0" dirty="0">
                <a:ln>
                  <a:noFill/>
                </a:ln>
                <a:solidFill>
                  <a:srgbClr val="FFFFFF"/>
                </a:solidFill>
                <a:effectLst/>
                <a:uFillTx/>
                <a:latin typeface="Roboto"/>
                <a:ea typeface="Roboto"/>
                <a:cs typeface="Roboto"/>
                <a:sym typeface="Roboto"/>
              </a:rPr>
              <a:t>Test and Iterate</a:t>
            </a:r>
          </a:p>
        </p:txBody>
      </p:sp>
      <p:sp>
        <p:nvSpPr>
          <p:cNvPr id="56" name="TextBox 55">
            <a:extLst>
              <a:ext uri="{FF2B5EF4-FFF2-40B4-BE49-F238E27FC236}">
                <a16:creationId xmlns:a16="http://schemas.microsoft.com/office/drawing/2014/main" id="{F1002B62-9D3E-7DAE-4B0B-3D1EA7BBEF51}"/>
              </a:ext>
            </a:extLst>
          </p:cNvPr>
          <p:cNvSpPr txBox="1"/>
          <p:nvPr/>
        </p:nvSpPr>
        <p:spPr>
          <a:xfrm>
            <a:off x="17183980" y="10466180"/>
            <a:ext cx="1846520" cy="928972"/>
          </a:xfrm>
          <a:custGeom>
            <a:avLst/>
            <a:gdLst>
              <a:gd name="csX0" fmla="*/ 0 w 1846520"/>
              <a:gd name="csY0" fmla="*/ 0 h 928972"/>
              <a:gd name="csX1" fmla="*/ 443165 w 1846520"/>
              <a:gd name="csY1" fmla="*/ 0 h 928972"/>
              <a:gd name="csX2" fmla="*/ 849399 w 1846520"/>
              <a:gd name="csY2" fmla="*/ 0 h 928972"/>
              <a:gd name="csX3" fmla="*/ 1347960 w 1846520"/>
              <a:gd name="csY3" fmla="*/ 0 h 928972"/>
              <a:gd name="csX4" fmla="*/ 1846520 w 1846520"/>
              <a:gd name="csY4" fmla="*/ 0 h 928972"/>
              <a:gd name="csX5" fmla="*/ 1846520 w 1846520"/>
              <a:gd name="csY5" fmla="*/ 455196 h 928972"/>
              <a:gd name="csX6" fmla="*/ 1846520 w 1846520"/>
              <a:gd name="csY6" fmla="*/ 928972 h 928972"/>
              <a:gd name="csX7" fmla="*/ 1384890 w 1846520"/>
              <a:gd name="csY7" fmla="*/ 928972 h 928972"/>
              <a:gd name="csX8" fmla="*/ 886330 w 1846520"/>
              <a:gd name="csY8" fmla="*/ 928972 h 928972"/>
              <a:gd name="csX9" fmla="*/ 480095 w 1846520"/>
              <a:gd name="csY9" fmla="*/ 928972 h 928972"/>
              <a:gd name="csX10" fmla="*/ 0 w 1846520"/>
              <a:gd name="csY10" fmla="*/ 928972 h 928972"/>
              <a:gd name="csX11" fmla="*/ 0 w 1846520"/>
              <a:gd name="csY11" fmla="*/ 464486 h 928972"/>
              <a:gd name="csX12" fmla="*/ 0 w 1846520"/>
              <a:gd name="csY12" fmla="*/ 0 h 9289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846520" h="928972" extrusionOk="0">
                <a:moveTo>
                  <a:pt x="0" y="0"/>
                </a:moveTo>
                <a:cubicBezTo>
                  <a:pt x="96836" y="-7871"/>
                  <a:pt x="294109" y="12897"/>
                  <a:pt x="443165" y="0"/>
                </a:cubicBezTo>
                <a:cubicBezTo>
                  <a:pt x="592222" y="-12897"/>
                  <a:pt x="684628" y="45756"/>
                  <a:pt x="849399" y="0"/>
                </a:cubicBezTo>
                <a:cubicBezTo>
                  <a:pt x="1014170" y="-45756"/>
                  <a:pt x="1121863" y="59148"/>
                  <a:pt x="1347960" y="0"/>
                </a:cubicBezTo>
                <a:cubicBezTo>
                  <a:pt x="1574057" y="-59148"/>
                  <a:pt x="1716979" y="40571"/>
                  <a:pt x="1846520" y="0"/>
                </a:cubicBezTo>
                <a:cubicBezTo>
                  <a:pt x="1853470" y="137815"/>
                  <a:pt x="1792603" y="272871"/>
                  <a:pt x="1846520" y="455196"/>
                </a:cubicBezTo>
                <a:cubicBezTo>
                  <a:pt x="1900437" y="637521"/>
                  <a:pt x="1819422" y="765803"/>
                  <a:pt x="1846520" y="928972"/>
                </a:cubicBezTo>
                <a:cubicBezTo>
                  <a:pt x="1646235" y="980068"/>
                  <a:pt x="1591284" y="910342"/>
                  <a:pt x="1384890" y="928972"/>
                </a:cubicBezTo>
                <a:cubicBezTo>
                  <a:pt x="1178496" y="947602"/>
                  <a:pt x="1045173" y="913316"/>
                  <a:pt x="886330" y="928972"/>
                </a:cubicBezTo>
                <a:cubicBezTo>
                  <a:pt x="727487" y="944628"/>
                  <a:pt x="575476" y="903265"/>
                  <a:pt x="480095" y="928972"/>
                </a:cubicBezTo>
                <a:cubicBezTo>
                  <a:pt x="384714" y="954679"/>
                  <a:pt x="151495" y="905472"/>
                  <a:pt x="0" y="928972"/>
                </a:cubicBezTo>
                <a:cubicBezTo>
                  <a:pt x="-26412" y="812927"/>
                  <a:pt x="36564" y="575137"/>
                  <a:pt x="0" y="464486"/>
                </a:cubicBezTo>
                <a:cubicBezTo>
                  <a:pt x="-36564" y="353835"/>
                  <a:pt x="19027" y="117749"/>
                  <a:pt x="0" y="0"/>
                </a:cubicBezTo>
                <a:close/>
              </a:path>
            </a:pathLst>
          </a:custGeom>
          <a:noFill/>
          <a:ln w="28575" cap="flat">
            <a:solidFill>
              <a:schemeClr val="tx1"/>
            </a:solidFill>
            <a:miter lim="400000"/>
            <a:extLst>
              <a:ext uri="{C807C97D-BFC1-408E-A445-0C87EB9F89A2}">
                <ask:lineSketchStyleProps xmlns:ask="http://schemas.microsoft.com/office/drawing/2018/sketchyshapes" sd="1219033472">
                  <a:prstGeom prst="rect">
                    <a:avLst/>
                  </a:prstGeom>
                  <ask:type>
                    <ask:lineSketchScribble/>
                  </ask:type>
                </ask:lineSketchStyleProps>
              </a:ext>
            </a:extLst>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90000"/>
              </a:lnSpc>
              <a:spcBef>
                <a:spcPts val="4500"/>
              </a:spcBef>
              <a:spcAft>
                <a:spcPts val="0"/>
              </a:spcAft>
              <a:buClrTx/>
              <a:buSzTx/>
              <a:buFontTx/>
              <a:buNone/>
              <a:tabLst/>
            </a:pPr>
            <a:r>
              <a:rPr kumimoji="0" lang="en-US" sz="1800" b="0" i="0" u="none" strike="noStrike" cap="none" spc="0" normalizeH="0" baseline="0" dirty="0">
                <a:ln>
                  <a:noFill/>
                </a:ln>
                <a:solidFill>
                  <a:srgbClr val="FFFFFF"/>
                </a:solidFill>
                <a:effectLst/>
                <a:uFillTx/>
                <a:latin typeface="Roboto"/>
                <a:ea typeface="Roboto"/>
                <a:cs typeface="Roboto"/>
                <a:sym typeface="Roboto"/>
              </a:rPr>
              <a:t>Test and Iterate</a:t>
            </a:r>
          </a:p>
        </p:txBody>
      </p:sp>
      <p:sp>
        <p:nvSpPr>
          <p:cNvPr id="57" name="TextBox 56">
            <a:extLst>
              <a:ext uri="{FF2B5EF4-FFF2-40B4-BE49-F238E27FC236}">
                <a16:creationId xmlns:a16="http://schemas.microsoft.com/office/drawing/2014/main" id="{52C53263-AA27-F3A2-0249-101112E8D231}"/>
              </a:ext>
            </a:extLst>
          </p:cNvPr>
          <p:cNvSpPr txBox="1"/>
          <p:nvPr/>
        </p:nvSpPr>
        <p:spPr>
          <a:xfrm>
            <a:off x="19250023" y="11793566"/>
            <a:ext cx="1846520" cy="1178271"/>
          </a:xfrm>
          <a:custGeom>
            <a:avLst/>
            <a:gdLst>
              <a:gd name="csX0" fmla="*/ 0 w 1846520"/>
              <a:gd name="csY0" fmla="*/ 0 h 1178271"/>
              <a:gd name="csX1" fmla="*/ 443165 w 1846520"/>
              <a:gd name="csY1" fmla="*/ 0 h 1178271"/>
              <a:gd name="csX2" fmla="*/ 849399 w 1846520"/>
              <a:gd name="csY2" fmla="*/ 0 h 1178271"/>
              <a:gd name="csX3" fmla="*/ 1347960 w 1846520"/>
              <a:gd name="csY3" fmla="*/ 0 h 1178271"/>
              <a:gd name="csX4" fmla="*/ 1846520 w 1846520"/>
              <a:gd name="csY4" fmla="*/ 0 h 1178271"/>
              <a:gd name="csX5" fmla="*/ 1846520 w 1846520"/>
              <a:gd name="csY5" fmla="*/ 577353 h 1178271"/>
              <a:gd name="csX6" fmla="*/ 1846520 w 1846520"/>
              <a:gd name="csY6" fmla="*/ 1178271 h 1178271"/>
              <a:gd name="csX7" fmla="*/ 1384890 w 1846520"/>
              <a:gd name="csY7" fmla="*/ 1178271 h 1178271"/>
              <a:gd name="csX8" fmla="*/ 886330 w 1846520"/>
              <a:gd name="csY8" fmla="*/ 1178271 h 1178271"/>
              <a:gd name="csX9" fmla="*/ 480095 w 1846520"/>
              <a:gd name="csY9" fmla="*/ 1178271 h 1178271"/>
              <a:gd name="csX10" fmla="*/ 0 w 1846520"/>
              <a:gd name="csY10" fmla="*/ 1178271 h 1178271"/>
              <a:gd name="csX11" fmla="*/ 0 w 1846520"/>
              <a:gd name="csY11" fmla="*/ 589136 h 1178271"/>
              <a:gd name="csX12" fmla="*/ 0 w 1846520"/>
              <a:gd name="csY12" fmla="*/ 0 h 11782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846520" h="1178271" extrusionOk="0">
                <a:moveTo>
                  <a:pt x="0" y="0"/>
                </a:moveTo>
                <a:cubicBezTo>
                  <a:pt x="96836" y="-7871"/>
                  <a:pt x="294109" y="12897"/>
                  <a:pt x="443165" y="0"/>
                </a:cubicBezTo>
                <a:cubicBezTo>
                  <a:pt x="592222" y="-12897"/>
                  <a:pt x="684628" y="45756"/>
                  <a:pt x="849399" y="0"/>
                </a:cubicBezTo>
                <a:cubicBezTo>
                  <a:pt x="1014170" y="-45756"/>
                  <a:pt x="1121863" y="59148"/>
                  <a:pt x="1347960" y="0"/>
                </a:cubicBezTo>
                <a:cubicBezTo>
                  <a:pt x="1574057" y="-59148"/>
                  <a:pt x="1716979" y="40571"/>
                  <a:pt x="1846520" y="0"/>
                </a:cubicBezTo>
                <a:cubicBezTo>
                  <a:pt x="1887644" y="265108"/>
                  <a:pt x="1802569" y="336260"/>
                  <a:pt x="1846520" y="577353"/>
                </a:cubicBezTo>
                <a:cubicBezTo>
                  <a:pt x="1890471" y="818446"/>
                  <a:pt x="1839975" y="1038395"/>
                  <a:pt x="1846520" y="1178271"/>
                </a:cubicBezTo>
                <a:cubicBezTo>
                  <a:pt x="1646235" y="1229367"/>
                  <a:pt x="1591284" y="1159641"/>
                  <a:pt x="1384890" y="1178271"/>
                </a:cubicBezTo>
                <a:cubicBezTo>
                  <a:pt x="1178496" y="1196901"/>
                  <a:pt x="1045173" y="1162615"/>
                  <a:pt x="886330" y="1178271"/>
                </a:cubicBezTo>
                <a:cubicBezTo>
                  <a:pt x="727487" y="1193927"/>
                  <a:pt x="575476" y="1152564"/>
                  <a:pt x="480095" y="1178271"/>
                </a:cubicBezTo>
                <a:cubicBezTo>
                  <a:pt x="384714" y="1203978"/>
                  <a:pt x="151495" y="1154771"/>
                  <a:pt x="0" y="1178271"/>
                </a:cubicBezTo>
                <a:cubicBezTo>
                  <a:pt x="-29422" y="1008134"/>
                  <a:pt x="63421" y="707790"/>
                  <a:pt x="0" y="589136"/>
                </a:cubicBezTo>
                <a:cubicBezTo>
                  <a:pt x="-63421" y="470482"/>
                  <a:pt x="52149" y="158493"/>
                  <a:pt x="0" y="0"/>
                </a:cubicBezTo>
                <a:close/>
              </a:path>
            </a:pathLst>
          </a:custGeom>
          <a:noFill/>
          <a:ln w="28575" cap="flat">
            <a:solidFill>
              <a:schemeClr val="tx1"/>
            </a:solidFill>
            <a:miter lim="400000"/>
            <a:extLst>
              <a:ext uri="{C807C97D-BFC1-408E-A445-0C87EB9F89A2}">
                <ask:lineSketchStyleProps xmlns:ask="http://schemas.microsoft.com/office/drawing/2018/sketchyshapes" sd="1219033472">
                  <a:prstGeom prst="rect">
                    <a:avLst/>
                  </a:prstGeom>
                  <ask:type>
                    <ask:lineSketchScribble/>
                  </ask:type>
                </ask:lineSketchStyleProps>
              </a:ext>
            </a:extLst>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90000"/>
              </a:lnSpc>
              <a:spcBef>
                <a:spcPts val="4500"/>
              </a:spcBef>
              <a:spcAft>
                <a:spcPts val="0"/>
              </a:spcAft>
              <a:buClrTx/>
              <a:buSzTx/>
              <a:buFontTx/>
              <a:buNone/>
              <a:tabLst/>
            </a:pPr>
            <a:r>
              <a:rPr kumimoji="0" lang="en-US" sz="1800" b="0" i="0" u="none" strike="noStrike" cap="none" spc="0" normalizeH="0" baseline="0" dirty="0">
                <a:ln>
                  <a:noFill/>
                </a:ln>
                <a:solidFill>
                  <a:srgbClr val="FFFFFF"/>
                </a:solidFill>
                <a:effectLst/>
                <a:uFillTx/>
                <a:latin typeface="Roboto"/>
                <a:ea typeface="Roboto"/>
                <a:cs typeface="Roboto"/>
                <a:sym typeface="Roboto"/>
              </a:rPr>
              <a:t>Document and present</a:t>
            </a:r>
          </a:p>
        </p:txBody>
      </p:sp>
      <p:sp>
        <p:nvSpPr>
          <p:cNvPr id="2" name="Rounded Rectangle 1">
            <a:extLst>
              <a:ext uri="{FF2B5EF4-FFF2-40B4-BE49-F238E27FC236}">
                <a16:creationId xmlns:a16="http://schemas.microsoft.com/office/drawing/2014/main" id="{38708088-DC95-A882-920C-F91548D805D1}"/>
              </a:ext>
            </a:extLst>
          </p:cNvPr>
          <p:cNvSpPr/>
          <p:nvPr/>
        </p:nvSpPr>
        <p:spPr>
          <a:xfrm>
            <a:off x="971109" y="8061726"/>
            <a:ext cx="8107316" cy="4574773"/>
          </a:xfrm>
          <a:prstGeom prst="roundRect">
            <a:avLst/>
          </a:prstGeom>
          <a:solidFill>
            <a:srgbClr val="000000">
              <a:alpha val="77009"/>
            </a:srgb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Helvetica Neue Medium"/>
              <a:ea typeface="Helvetica Neue Medium"/>
              <a:cs typeface="Helvetica Neue Medium"/>
              <a:sym typeface="Helvetica Neue Medium"/>
            </a:endParaRPr>
          </a:p>
        </p:txBody>
      </p:sp>
      <p:sp>
        <p:nvSpPr>
          <p:cNvPr id="38" name="Rounded Rectangle 37">
            <a:extLst>
              <a:ext uri="{FF2B5EF4-FFF2-40B4-BE49-F238E27FC236}">
                <a16:creationId xmlns:a16="http://schemas.microsoft.com/office/drawing/2014/main" id="{603001DF-D1F4-3930-5604-45ED779643C7}"/>
              </a:ext>
            </a:extLst>
          </p:cNvPr>
          <p:cNvSpPr/>
          <p:nvPr/>
        </p:nvSpPr>
        <p:spPr>
          <a:xfrm>
            <a:off x="1266600" y="7013309"/>
            <a:ext cx="8026021" cy="1076879"/>
          </a:xfrm>
          <a:prstGeom prst="roundRect">
            <a:avLst/>
          </a:prstGeom>
          <a:solidFill>
            <a:srgbClr val="000000">
              <a:alpha val="77009"/>
            </a:srgb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Helvetica Neue Medium"/>
              <a:ea typeface="Helvetica Neue Medium"/>
              <a:cs typeface="Helvetica Neue Medium"/>
              <a:sym typeface="Helvetica Neue Medium"/>
            </a:endParaRPr>
          </a:p>
        </p:txBody>
      </p:sp>
      <p:sp>
        <p:nvSpPr>
          <p:cNvPr id="39" name="Rounded Rectangle 38">
            <a:extLst>
              <a:ext uri="{FF2B5EF4-FFF2-40B4-BE49-F238E27FC236}">
                <a16:creationId xmlns:a16="http://schemas.microsoft.com/office/drawing/2014/main" id="{3ECB4ECE-7FEB-7F8A-F817-6941FFBBA5F2}"/>
              </a:ext>
            </a:extLst>
          </p:cNvPr>
          <p:cNvSpPr/>
          <p:nvPr/>
        </p:nvSpPr>
        <p:spPr>
          <a:xfrm>
            <a:off x="5746283" y="5627163"/>
            <a:ext cx="1828798" cy="1396844"/>
          </a:xfrm>
          <a:prstGeom prst="roundRect">
            <a:avLst/>
          </a:prstGeom>
          <a:solidFill>
            <a:srgbClr val="000000">
              <a:alpha val="77009"/>
            </a:srgb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938361211"/>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Next week – Point of Views"/>
          <p:cNvSpPr txBox="1">
            <a:spLocks noGrp="1"/>
          </p:cNvSpPr>
          <p:nvPr>
            <p:ph type="title"/>
          </p:nvPr>
        </p:nvSpPr>
        <p:spPr>
          <a:prstGeom prst="rect">
            <a:avLst/>
          </a:prstGeom>
        </p:spPr>
        <p:txBody>
          <a:bodyPr>
            <a:normAutofit/>
          </a:bodyPr>
          <a:lstStyle/>
          <a:p>
            <a:r>
              <a:rPr dirty="0"/>
              <a:t>Next week – </a:t>
            </a:r>
            <a:r>
              <a:rPr lang="en-AU" dirty="0"/>
              <a:t>Flex Week</a:t>
            </a:r>
            <a:endParaRPr dirty="0"/>
          </a:p>
        </p:txBody>
      </p:sp>
      <p:sp>
        <p:nvSpPr>
          <p:cNvPr id="171" name="A good way of capturing user insights ahead of the ideation phase is to formulate Point of Views.…"/>
          <p:cNvSpPr txBox="1">
            <a:spLocks noGrp="1"/>
          </p:cNvSpPr>
          <p:nvPr>
            <p:ph type="body" sz="half" idx="1"/>
          </p:nvPr>
        </p:nvSpPr>
        <p:spPr>
          <a:xfrm>
            <a:off x="1206500" y="5099558"/>
            <a:ext cx="21971000" cy="7220011"/>
          </a:xfrm>
          <a:prstGeom prst="rect">
            <a:avLst/>
          </a:prstGeom>
        </p:spPr>
        <p:txBody>
          <a:bodyPr>
            <a:normAutofit/>
          </a:bodyPr>
          <a:lstStyle/>
          <a:p>
            <a:r>
              <a:rPr lang="en-US" dirty="0"/>
              <a:t>There are no scheduled classes next week, as it is Week 6 – Flexibility Week. We will resume in Week 7 with a workshop focusing on UX/UI and design components.</a:t>
            </a:r>
          </a:p>
          <a:p>
            <a:r>
              <a:rPr lang="en-US" dirty="0"/>
              <a:t>Have a safe, and restful break!</a:t>
            </a:r>
            <a:endParaRPr lang="en-AU" dirty="0"/>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Wrap"/>
          <p:cNvSpPr txBox="1">
            <a:spLocks noGrp="1"/>
          </p:cNvSpPr>
          <p:nvPr>
            <p:ph type="title"/>
          </p:nvPr>
        </p:nvSpPr>
        <p:spPr>
          <a:prstGeom prst="rect">
            <a:avLst/>
          </a:prstGeom>
        </p:spPr>
        <p:txBody>
          <a:bodyPr/>
          <a:lstStyle/>
          <a:p>
            <a:r>
              <a:rPr dirty="0"/>
              <a:t>Wrap</a:t>
            </a:r>
          </a:p>
        </p:txBody>
      </p:sp>
      <p:sp>
        <p:nvSpPr>
          <p:cNvPr id="207" name="5 minutes"/>
          <p:cNvSpPr txBox="1">
            <a:spLocks noGrp="1"/>
          </p:cNvSpPr>
          <p:nvPr>
            <p:ph type="body" idx="21"/>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pPr marL="0" lvl="1" indent="0" defTabSz="825500">
              <a:lnSpc>
                <a:spcPct val="100000"/>
              </a:lnSpc>
              <a:spcBef>
                <a:spcPts val="0"/>
              </a:spcBef>
              <a:buSzTx/>
              <a:buNone/>
              <a:defRPr sz="5500">
                <a:latin typeface="Clancy Light"/>
                <a:ea typeface="Clancy Light"/>
                <a:cs typeface="Clancy Light"/>
                <a:sym typeface="Clancy Light"/>
              </a:defRPr>
            </a:pPr>
            <a:r>
              <a:rPr dirty="0"/>
              <a:t>5 minutes</a:t>
            </a:r>
          </a:p>
        </p:txBody>
      </p:sp>
      <p:sp>
        <p:nvSpPr>
          <p:cNvPr id="208" name="Brief reflection…"/>
          <p:cNvSpPr txBox="1">
            <a:spLocks noGrp="1"/>
          </p:cNvSpPr>
          <p:nvPr>
            <p:ph type="body" idx="1"/>
          </p:nvPr>
        </p:nvSpPr>
        <p:spPr>
          <a:xfrm>
            <a:off x="1206500" y="3994504"/>
            <a:ext cx="21971000" cy="7239377"/>
          </a:xfrm>
          <a:prstGeom prst="rect">
            <a:avLst/>
          </a:prstGeom>
        </p:spPr>
        <p:txBody>
          <a:bodyPr>
            <a:normAutofit/>
          </a:bodyPr>
          <a:lstStyle/>
          <a:p>
            <a:pPr lvl="0"/>
            <a:r>
              <a:rPr lang="en-US" i="1" dirty="0"/>
              <a:t>Reflection:</a:t>
            </a:r>
            <a:r>
              <a:rPr lang="en-US" dirty="0"/>
              <a:t> Do you think prototype is a useful process to undertake before jumping into development? What questions do you think prototyping can answer in the world of software development?</a:t>
            </a:r>
          </a:p>
          <a:p>
            <a:pPr lvl="0"/>
            <a:endParaRPr lang="en-US" dirty="0"/>
          </a:p>
        </p:txBody>
      </p:sp>
      <p:graphicFrame>
        <p:nvGraphicFramePr>
          <p:cNvPr id="7" name="Table">
            <a:extLst>
              <a:ext uri="{FF2B5EF4-FFF2-40B4-BE49-F238E27FC236}">
                <a16:creationId xmlns:a16="http://schemas.microsoft.com/office/drawing/2014/main" id="{09377E2C-3D2B-543C-7EB5-BACE3ABDFB69}"/>
              </a:ext>
            </a:extLst>
          </p:cNvPr>
          <p:cNvGraphicFramePr/>
          <p:nvPr>
            <p:extLst>
              <p:ext uri="{D42A27DB-BD31-4B8C-83A1-F6EECF244321}">
                <p14:modId xmlns:p14="http://schemas.microsoft.com/office/powerpoint/2010/main" val="2008931776"/>
              </p:ext>
            </p:extLst>
          </p:nvPr>
        </p:nvGraphicFramePr>
        <p:xfrm>
          <a:off x="2534" y="11774486"/>
          <a:ext cx="24381464" cy="1961332"/>
        </p:xfrm>
        <a:graphic>
          <a:graphicData uri="http://schemas.openxmlformats.org/drawingml/2006/table">
            <a:tbl>
              <a:tblPr>
                <a:tableStyleId>{4C3C2611-4C71-4FC5-86AE-919BDF0F9419}</a:tableStyleId>
              </a:tblPr>
              <a:tblGrid>
                <a:gridCol w="6095366">
                  <a:extLst>
                    <a:ext uri="{9D8B030D-6E8A-4147-A177-3AD203B41FA5}">
                      <a16:colId xmlns:a16="http://schemas.microsoft.com/office/drawing/2014/main" val="20000"/>
                    </a:ext>
                  </a:extLst>
                </a:gridCol>
                <a:gridCol w="6095366">
                  <a:extLst>
                    <a:ext uri="{9D8B030D-6E8A-4147-A177-3AD203B41FA5}">
                      <a16:colId xmlns:a16="http://schemas.microsoft.com/office/drawing/2014/main" val="20001"/>
                    </a:ext>
                  </a:extLst>
                </a:gridCol>
                <a:gridCol w="6095366">
                  <a:extLst>
                    <a:ext uri="{9D8B030D-6E8A-4147-A177-3AD203B41FA5}">
                      <a16:colId xmlns:a16="http://schemas.microsoft.com/office/drawing/2014/main" val="20004"/>
                    </a:ext>
                  </a:extLst>
                </a:gridCol>
                <a:gridCol w="6095366">
                  <a:extLst>
                    <a:ext uri="{9D8B030D-6E8A-4147-A177-3AD203B41FA5}">
                      <a16:colId xmlns:a16="http://schemas.microsoft.com/office/drawing/2014/main" val="20005"/>
                    </a:ext>
                  </a:extLst>
                </a:gridCol>
              </a:tblGrid>
              <a:tr h="842874">
                <a:tc>
                  <a:txBody>
                    <a:bodyPr/>
                    <a:lstStyle/>
                    <a:p>
                      <a:pPr defTabSz="914400"/>
                      <a:r>
                        <a:rPr sz="2500" dirty="0"/>
                        <a:t>Intro</a:t>
                      </a:r>
                    </a:p>
                  </a:txBody>
                  <a:tcPr marL="50800" marR="50800" marT="50800" marB="50800" anchor="ctr" horzOverflow="overflow">
                    <a:solidFill>
                      <a:schemeClr val="accent1">
                        <a:lumMod val="50000"/>
                      </a:schemeClr>
                    </a:solidFill>
                  </a:tcPr>
                </a:tc>
                <a:tc>
                  <a:txBody>
                    <a:bodyPr/>
                    <a:lstStyle/>
                    <a:p>
                      <a:pPr defTabSz="914400"/>
                      <a:r>
                        <a:rPr lang="en-AU" sz="2500" dirty="0"/>
                        <a:t>Prototyping</a:t>
                      </a:r>
                      <a:endParaRPr sz="2500" dirty="0"/>
                    </a:p>
                  </a:txBody>
                  <a:tcPr marL="50800" marR="50800" marT="50800" marB="50800" anchor="ctr" horzOverflow="overflow">
                    <a:solidFill>
                      <a:schemeClr val="accent1">
                        <a:lumMod val="50000"/>
                      </a:schemeClr>
                    </a:solidFill>
                  </a:tcPr>
                </a:tc>
                <a:tc>
                  <a:txBody>
                    <a:bodyPr/>
                    <a:lstStyle/>
                    <a:p>
                      <a:pPr defTabSz="914400"/>
                      <a:r>
                        <a:rPr lang="en-AU" sz="2500" dirty="0"/>
                        <a:t>Group Work</a:t>
                      </a:r>
                      <a:endParaRPr sz="2500" dirty="0"/>
                    </a:p>
                  </a:txBody>
                  <a:tcPr marL="50800" marR="50800" marT="50800" marB="50800" anchor="ctr" horzOverflow="overflow">
                    <a:solidFill>
                      <a:schemeClr val="accent1">
                        <a:lumMod val="50000"/>
                      </a:schemeClr>
                    </a:solidFill>
                  </a:tcPr>
                </a:tc>
                <a:tc>
                  <a:txBody>
                    <a:bodyPr/>
                    <a:lstStyle/>
                    <a:p>
                      <a:pPr defTabSz="914400"/>
                      <a:r>
                        <a:rPr sz="2500" dirty="0"/>
                        <a:t>Wrap-up</a:t>
                      </a:r>
                    </a:p>
                  </a:txBody>
                  <a:tcPr marL="50800" marR="50800" marT="50800" marB="50800" anchor="ctr" horzOverflow="overflow">
                    <a:solidFill>
                      <a:schemeClr val="accent1">
                        <a:lumMod val="60000"/>
                        <a:lumOff val="40000"/>
                      </a:schemeClr>
                    </a:solidFill>
                  </a:tcPr>
                </a:tc>
                <a:extLst>
                  <a:ext uri="{0D108BD9-81ED-4DB2-BD59-A6C34878D82A}">
                    <a16:rowId xmlns:a16="http://schemas.microsoft.com/office/drawing/2014/main" val="10000"/>
                  </a:ext>
                </a:extLst>
              </a:tr>
              <a:tr h="549531">
                <a:tc>
                  <a:txBody>
                    <a:bodyPr/>
                    <a:lstStyle/>
                    <a:p>
                      <a:pPr defTabSz="914400"/>
                      <a:r>
                        <a:rPr sz="2500" dirty="0"/>
                        <a:t>5 min</a:t>
                      </a:r>
                    </a:p>
                  </a:txBody>
                  <a:tcPr marL="50800" marR="50800" marT="50800" marB="50800" anchor="ctr" horzOverflow="overflow">
                    <a:solidFill>
                      <a:schemeClr val="accent1">
                        <a:lumMod val="50000"/>
                      </a:schemeClr>
                    </a:solidFill>
                  </a:tcPr>
                </a:tc>
                <a:tc>
                  <a:txBody>
                    <a:bodyPr/>
                    <a:lstStyle/>
                    <a:p>
                      <a:pPr defTabSz="914400"/>
                      <a:r>
                        <a:rPr lang="en-AU" sz="2500" dirty="0"/>
                        <a:t>50</a:t>
                      </a:r>
                      <a:r>
                        <a:rPr sz="2500" dirty="0"/>
                        <a:t> min</a:t>
                      </a:r>
                    </a:p>
                  </a:txBody>
                  <a:tcPr marL="50800" marR="50800" marT="50800" marB="50800" anchor="ctr" horzOverflow="overflow">
                    <a:solidFill>
                      <a:schemeClr val="accent1">
                        <a:lumMod val="50000"/>
                      </a:schemeClr>
                    </a:solidFill>
                  </a:tcPr>
                </a:tc>
                <a:tc>
                  <a:txBody>
                    <a:bodyPr/>
                    <a:lstStyle/>
                    <a:p>
                      <a:pPr defTabSz="914400"/>
                      <a:r>
                        <a:rPr lang="en-AU" sz="2500" dirty="0"/>
                        <a:t>50</a:t>
                      </a:r>
                      <a:r>
                        <a:rPr sz="2500" dirty="0"/>
                        <a:t> min</a:t>
                      </a:r>
                    </a:p>
                  </a:txBody>
                  <a:tcPr marL="50800" marR="50800" marT="50800" marB="50800" anchor="ctr" horzOverflow="overflow">
                    <a:solidFill>
                      <a:schemeClr val="accent1">
                        <a:lumMod val="50000"/>
                      </a:schemeClr>
                    </a:solidFill>
                  </a:tcPr>
                </a:tc>
                <a:tc>
                  <a:txBody>
                    <a:bodyPr/>
                    <a:lstStyle/>
                    <a:p>
                      <a:pPr defTabSz="914400"/>
                      <a:r>
                        <a:rPr sz="2500" dirty="0"/>
                        <a:t>5 min</a:t>
                      </a:r>
                    </a:p>
                  </a:txBody>
                  <a:tcPr marL="50800" marR="50800" marT="50800" marB="50800" anchor="ctr" horzOverflow="overflow">
                    <a:solidFill>
                      <a:schemeClr val="accent1">
                        <a:lumMod val="60000"/>
                        <a:lumOff val="40000"/>
                      </a:schemeClr>
                    </a:solidFill>
                  </a:tcPr>
                </a:tc>
                <a:extLst>
                  <a:ext uri="{0D108BD9-81ED-4DB2-BD59-A6C34878D82A}">
                    <a16:rowId xmlns:a16="http://schemas.microsoft.com/office/drawing/2014/main" val="10001"/>
                  </a:ext>
                </a:extLst>
              </a:tr>
              <a:tr h="568927">
                <a:tc>
                  <a:txBody>
                    <a:bodyPr/>
                    <a:lstStyle/>
                    <a:p>
                      <a:pPr defTabSz="914400"/>
                      <a:r>
                        <a:rPr sz="2500" dirty="0"/>
                        <a:t>all</a:t>
                      </a:r>
                    </a:p>
                  </a:txBody>
                  <a:tcPr marL="50800" marR="50800" marT="50800" marB="50800" anchor="ctr" horzOverflow="overflow">
                    <a:solidFill>
                      <a:schemeClr val="accent1">
                        <a:lumMod val="50000"/>
                      </a:schemeClr>
                    </a:solidFill>
                  </a:tcPr>
                </a:tc>
                <a:tc>
                  <a:txBody>
                    <a:bodyPr/>
                    <a:lstStyle/>
                    <a:p>
                      <a:pPr defTabSz="914400"/>
                      <a:r>
                        <a:rPr lang="en-AU" sz="2500" dirty="0"/>
                        <a:t>all</a:t>
                      </a:r>
                      <a:endParaRPr sz="2500" dirty="0"/>
                    </a:p>
                  </a:txBody>
                  <a:tcPr marL="50800" marR="50800" marT="50800" marB="50800" anchor="ctr" horzOverflow="overflow">
                    <a:solidFill>
                      <a:schemeClr val="accent1">
                        <a:lumMod val="50000"/>
                      </a:schemeClr>
                    </a:solidFill>
                  </a:tcPr>
                </a:tc>
                <a:tc>
                  <a:txBody>
                    <a:bodyPr/>
                    <a:lstStyle/>
                    <a:p>
                      <a:pPr defTabSz="914400"/>
                      <a:r>
                        <a:rPr sz="2500" dirty="0"/>
                        <a:t>group</a:t>
                      </a:r>
                    </a:p>
                  </a:txBody>
                  <a:tcPr marL="50800" marR="50800" marT="50800" marB="50800" anchor="ctr" horzOverflow="overflow">
                    <a:solidFill>
                      <a:schemeClr val="accent1">
                        <a:lumMod val="50000"/>
                      </a:schemeClr>
                    </a:solidFill>
                  </a:tcPr>
                </a:tc>
                <a:tc>
                  <a:txBody>
                    <a:bodyPr/>
                    <a:lstStyle/>
                    <a:p>
                      <a:pPr defTabSz="914400"/>
                      <a:r>
                        <a:rPr sz="2500" dirty="0"/>
                        <a:t>all</a:t>
                      </a:r>
                    </a:p>
                  </a:txBody>
                  <a:tcPr marL="50800" marR="50800" marT="50800" marB="50800" anchor="ctr" horzOverflow="overflow">
                    <a:solidFill>
                      <a:schemeClr val="accent1">
                        <a:lumMod val="60000"/>
                        <a:lumOff val="40000"/>
                      </a:schemeClr>
                    </a:solidFill>
                  </a:tcPr>
                </a:tc>
                <a:extLst>
                  <a:ext uri="{0D108BD9-81ED-4DB2-BD59-A6C34878D82A}">
                    <a16:rowId xmlns:a16="http://schemas.microsoft.com/office/drawing/2014/main" val="10002"/>
                  </a:ext>
                </a:extLst>
              </a:tr>
            </a:tbl>
          </a:graphicData>
        </a:graphic>
      </p:graphicFrame>
    </p:spTree>
  </p:cSld>
  <p:clrMapOvr>
    <a:masterClrMapping/>
  </p:clrMapOvr>
  <p:transition spd="med"/>
</p:sld>
</file>

<file path=ppt/theme/theme1.xml><?xml version="1.0" encoding="utf-8"?>
<a:theme xmlns:a="http://schemas.openxmlformats.org/drawingml/2006/main" name="21_BasicWhite">
  <a:themeElements>
    <a:clrScheme name="21_BasicWhite">
      <a:dk1>
        <a:srgbClr val="FFFFFF"/>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Clancy Bold"/>
        <a:ea typeface="Clancy Bold"/>
        <a:cs typeface="Clancy Bold"/>
      </a:majorFont>
      <a:minorFont>
        <a:latin typeface="Clancy Bold"/>
        <a:ea typeface="Clancy Bold"/>
        <a:cs typeface="Clancy Bold"/>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FFFFFF"/>
            </a:solidFill>
            <a:effectLst/>
            <a:uFillTx/>
            <a:latin typeface="Roboto"/>
            <a:ea typeface="Roboto"/>
            <a:cs typeface="Roboto"/>
            <a:sym typeface="Robot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Clancy Bold"/>
        <a:ea typeface="Clancy Bold"/>
        <a:cs typeface="Clancy Bold"/>
      </a:majorFont>
      <a:minorFont>
        <a:latin typeface="Clancy Bold"/>
        <a:ea typeface="Clancy Bold"/>
        <a:cs typeface="Clancy Bold"/>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FFFFFF"/>
            </a:solidFill>
            <a:effectLst/>
            <a:uFillTx/>
            <a:latin typeface="Roboto"/>
            <a:ea typeface="Roboto"/>
            <a:cs typeface="Roboto"/>
            <a:sym typeface="Robot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7261dd2c-0027-43ba-a5c0-fc06d6253d18">
      <Terms xmlns="http://schemas.microsoft.com/office/infopath/2007/PartnerControls"/>
    </lcf76f155ced4ddcb4097134ff3c332f>
    <TaxCatchAll xmlns="0c5612db-57fd-4635-b0b8-9d02b23fd600"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A156F9A58BD2341903A5306054C943F" ma:contentTypeVersion="11" ma:contentTypeDescription="Create a new document." ma:contentTypeScope="" ma:versionID="460739ef011a59a0051bd4706ecd10be">
  <xsd:schema xmlns:xsd="http://www.w3.org/2001/XMLSchema" xmlns:xs="http://www.w3.org/2001/XMLSchema" xmlns:p="http://schemas.microsoft.com/office/2006/metadata/properties" xmlns:ns2="7261dd2c-0027-43ba-a5c0-fc06d6253d18" xmlns:ns3="0c5612db-57fd-4635-b0b8-9d02b23fd600" targetNamespace="http://schemas.microsoft.com/office/2006/metadata/properties" ma:root="true" ma:fieldsID="ba11ff6ed8f9ba65afbf1eb7a0d98946" ns2:_="" ns3:_="">
    <xsd:import namespace="7261dd2c-0027-43ba-a5c0-fc06d6253d18"/>
    <xsd:import namespace="0c5612db-57fd-4635-b0b8-9d02b23fd600"/>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ObjectDetectorVersions"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261dd2c-0027-43ba-a5c0-fc06d6253d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2b026aac-6b52-4d7e-a64d-f3ee90946f56"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c5612db-57fd-4635-b0b8-9d02b23fd600"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e5f93fda-162d-4ad3-90f6-afa9d42648e2}" ma:internalName="TaxCatchAll" ma:showField="CatchAllData" ma:web="0c5612db-57fd-4635-b0b8-9d02b23fd60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403FE8F-4034-4C80-B0F5-91561A043DE7}">
  <ds:schemaRefs>
    <ds:schemaRef ds:uri="http://schemas.microsoft.com/sharepoint/v3/contenttype/forms"/>
  </ds:schemaRefs>
</ds:datastoreItem>
</file>

<file path=customXml/itemProps2.xml><?xml version="1.0" encoding="utf-8"?>
<ds:datastoreItem xmlns:ds="http://schemas.openxmlformats.org/officeDocument/2006/customXml" ds:itemID="{873FEAF1-8FAE-4604-A4FD-C5E2F5B6D87E}">
  <ds:schemaRefs>
    <ds:schemaRef ds:uri="http://schemas.openxmlformats.org/package/2006/metadata/core-properties"/>
    <ds:schemaRef ds:uri="http://purl.org/dc/elements/1.1/"/>
    <ds:schemaRef ds:uri="http://www.w3.org/XML/1998/namespace"/>
    <ds:schemaRef ds:uri="http://schemas.microsoft.com/office/infopath/2007/PartnerControls"/>
    <ds:schemaRef ds:uri="http://schemas.microsoft.com/office/2006/documentManagement/types"/>
    <ds:schemaRef ds:uri="http://purl.org/dc/terms/"/>
    <ds:schemaRef ds:uri="95a13eb2-3333-4aa4-8e1c-5c0de83d0fac"/>
    <ds:schemaRef ds:uri="2c84b31f-af7c-4218-9c41-4593708df83a"/>
    <ds:schemaRef ds:uri="http://schemas.microsoft.com/office/2006/metadata/properties"/>
    <ds:schemaRef ds:uri="http://purl.org/dc/dcmitype/"/>
    <ds:schemaRef ds:uri="7261dd2c-0027-43ba-a5c0-fc06d6253d18"/>
    <ds:schemaRef ds:uri="0c5612db-57fd-4635-b0b8-9d02b23fd600"/>
  </ds:schemaRefs>
</ds:datastoreItem>
</file>

<file path=customXml/itemProps3.xml><?xml version="1.0" encoding="utf-8"?>
<ds:datastoreItem xmlns:ds="http://schemas.openxmlformats.org/officeDocument/2006/customXml" ds:itemID="{C00FCC25-28B4-46E4-990A-D6DCD3B5357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261dd2c-0027-43ba-a5c0-fc06d6253d18"/>
    <ds:schemaRef ds:uri="0c5612db-57fd-4635-b0b8-9d02b23fd60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2383</TotalTime>
  <Words>690</Words>
  <Application>Microsoft Office PowerPoint</Application>
  <PresentationFormat>Custom</PresentationFormat>
  <Paragraphs>115</Paragraphs>
  <Slides>10</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Clancy Bold</vt:lpstr>
      <vt:lpstr>Clancy Light</vt:lpstr>
      <vt:lpstr>Clancy Regular</vt:lpstr>
      <vt:lpstr>Helvetica Neue</vt:lpstr>
      <vt:lpstr>Helvetica Neue Medium</vt:lpstr>
      <vt:lpstr>Roboto</vt:lpstr>
      <vt:lpstr>Wingdings</vt:lpstr>
      <vt:lpstr>21_BasicWhite</vt:lpstr>
      <vt:lpstr>Week 5 Prototyping</vt:lpstr>
      <vt:lpstr>Overview – Prototyping</vt:lpstr>
      <vt:lpstr>Overview – Why are we here today?</vt:lpstr>
      <vt:lpstr>Prototyping</vt:lpstr>
      <vt:lpstr>Prototyping</vt:lpstr>
      <vt:lpstr>Overview: feasibility and testing in our project stream</vt:lpstr>
      <vt:lpstr>Group Work</vt:lpstr>
      <vt:lpstr>Group Work</vt:lpstr>
      <vt:lpstr>Next week – Flex Week</vt:lpstr>
      <vt:lpstr>Wrap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1 User research plan</dc:title>
  <cp:lastModifiedBy>LAUREN WOOD</cp:lastModifiedBy>
  <cp:revision>13</cp:revision>
  <dcterms:modified xsi:type="dcterms:W3CDTF">2026-05-28T08:46:27Z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0x010100F840389E955FC541B3239E68DC4BAD2C</vt:lpwstr>
  </property>
  <property fmtid="{D5CDD505-2E9C-101B-9397-08002B2CF9AE}" pid="3" name="MSIP_Label_51a6c3db-1667-4f49-995a-8b9973972958_Enabled">
    <vt:lpwstr>true</vt:lpwstr>
  </property>
  <property fmtid="{D5CDD505-2E9C-101B-9397-08002B2CF9AE}" pid="4" name="MSIP_Label_51a6c3db-1667-4f49-995a-8b9973972958_SetDate">
    <vt:lpwstr>2026-05-28T08:46:26Z</vt:lpwstr>
  </property>
  <property fmtid="{D5CDD505-2E9C-101B-9397-08002B2CF9AE}" pid="5" name="MSIP_Label_51a6c3db-1667-4f49-995a-8b9973972958_Method">
    <vt:lpwstr>Standard</vt:lpwstr>
  </property>
  <property fmtid="{D5CDD505-2E9C-101B-9397-08002B2CF9AE}" pid="6" name="MSIP_Label_51a6c3db-1667-4f49-995a-8b9973972958_Name">
    <vt:lpwstr>UTS-Internal</vt:lpwstr>
  </property>
  <property fmtid="{D5CDD505-2E9C-101B-9397-08002B2CF9AE}" pid="7" name="MSIP_Label_51a6c3db-1667-4f49-995a-8b9973972958_SiteId">
    <vt:lpwstr>e8911c26-cf9f-4a9c-878e-527807be8791</vt:lpwstr>
  </property>
  <property fmtid="{D5CDD505-2E9C-101B-9397-08002B2CF9AE}" pid="8" name="MSIP_Label_51a6c3db-1667-4f49-995a-8b9973972958_ActionId">
    <vt:lpwstr>235dfd06-e41c-4424-8d7b-6546978b645d</vt:lpwstr>
  </property>
  <property fmtid="{D5CDD505-2E9C-101B-9397-08002B2CF9AE}" pid="9" name="MSIP_Label_51a6c3db-1667-4f49-995a-8b9973972958_ContentBits">
    <vt:lpwstr>0</vt:lpwstr>
  </property>
  <property fmtid="{D5CDD505-2E9C-101B-9397-08002B2CF9AE}" pid="10" name="MSIP_Label_51a6c3db-1667-4f49-995a-8b9973972958_Tag">
    <vt:lpwstr>10, 3, 0, 1</vt:lpwstr>
  </property>
</Properties>
</file>