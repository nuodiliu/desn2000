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6"/>
  </p:notesMasterIdLst>
  <p:sldIdLst>
    <p:sldId id="256" r:id="rId5"/>
    <p:sldId id="257" r:id="rId6"/>
    <p:sldId id="258" r:id="rId7"/>
    <p:sldId id="260" r:id="rId8"/>
    <p:sldId id="272" r:id="rId9"/>
    <p:sldId id="274" r:id="rId10"/>
    <p:sldId id="275" r:id="rId11"/>
    <p:sldId id="265" r:id="rId12"/>
    <p:sldId id="273" r:id="rId13"/>
    <p:sldId id="259" r:id="rId14"/>
    <p:sldId id="266" r:id="rId1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1pPr>
    <a:lvl2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2pPr>
    <a:lvl3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3pPr>
    <a:lvl4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4pPr>
    <a:lvl5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5pPr>
    <a:lvl6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6pPr>
    <a:lvl7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7pPr>
    <a:lvl8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8pPr>
    <a:lvl9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0C8206-04AD-4F3F-B34D-206EBEE2C800}" v="276" dt="2023-06-05T01:25:09.376"/>
    <p1510:client id="{22991C2E-DBE3-1947-B391-9122E2EA976E}" v="16" dt="2022-05-25T02:02:41.07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54"/>
    <p:restoredTop sz="77482" autoAdjust="0"/>
  </p:normalViewPr>
  <p:slideViewPr>
    <p:cSldViewPr snapToGrid="0" snapToObjects="1">
      <p:cViewPr varScale="1">
        <p:scale>
          <a:sx n="24" d="100"/>
          <a:sy n="24" d="100"/>
        </p:scale>
        <p:origin x="128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Wood" userId="S::z5019390@ad.unsw.edu.au::ac8ff3b7-73b2-4038-a530-31cdff292da2" providerId="AD" clId="Web-{150C8206-04AD-4F3F-B34D-206EBEE2C800}"/>
    <pc:docChg chg="addSld modSld">
      <pc:chgData name="Lauren Wood" userId="S::z5019390@ad.unsw.edu.au::ac8ff3b7-73b2-4038-a530-31cdff292da2" providerId="AD" clId="Web-{150C8206-04AD-4F3F-B34D-206EBEE2C800}" dt="2023-06-05T01:25:09.376" v="272" actId="1076"/>
      <pc:docMkLst>
        <pc:docMk/>
      </pc:docMkLst>
      <pc:sldChg chg="modSp">
        <pc:chgData name="Lauren Wood" userId="S::z5019390@ad.unsw.edu.au::ac8ff3b7-73b2-4038-a530-31cdff292da2" providerId="AD" clId="Web-{150C8206-04AD-4F3F-B34D-206EBEE2C800}" dt="2023-06-05T01:20:48.663" v="50" actId="20577"/>
        <pc:sldMkLst>
          <pc:docMk/>
          <pc:sldMk cId="3760382026" sldId="274"/>
        </pc:sldMkLst>
        <pc:spChg chg="mod">
          <ac:chgData name="Lauren Wood" userId="S::z5019390@ad.unsw.edu.au::ac8ff3b7-73b2-4038-a530-31cdff292da2" providerId="AD" clId="Web-{150C8206-04AD-4F3F-B34D-206EBEE2C800}" dt="2023-06-05T01:19:35.145" v="14" actId="1076"/>
          <ac:spMkLst>
            <pc:docMk/>
            <pc:sldMk cId="3760382026" sldId="274"/>
            <ac:spMk id="8" creationId="{D5B85833-9758-A909-3E87-CEF54D0491C6}"/>
          </ac:spMkLst>
        </pc:spChg>
        <pc:spChg chg="mod">
          <ac:chgData name="Lauren Wood" userId="S::z5019390@ad.unsw.edu.au::ac8ff3b7-73b2-4038-a530-31cdff292da2" providerId="AD" clId="Web-{150C8206-04AD-4F3F-B34D-206EBEE2C800}" dt="2023-06-05T01:20:48.663" v="50" actId="20577"/>
          <ac:spMkLst>
            <pc:docMk/>
            <pc:sldMk cId="3760382026" sldId="274"/>
            <ac:spMk id="10" creationId="{37A04C7C-B2B9-C1D5-2992-E34E0118C934}"/>
          </ac:spMkLst>
        </pc:spChg>
        <pc:picChg chg="mod modCrop">
          <ac:chgData name="Lauren Wood" userId="S::z5019390@ad.unsw.edu.au::ac8ff3b7-73b2-4038-a530-31cdff292da2" providerId="AD" clId="Web-{150C8206-04AD-4F3F-B34D-206EBEE2C800}" dt="2023-06-05T01:19:10.878" v="11" actId="1076"/>
          <ac:picMkLst>
            <pc:docMk/>
            <pc:sldMk cId="3760382026" sldId="274"/>
            <ac:picMk id="3" creationId="{1EEF82AC-D1A7-CF15-F648-36BA0C62F6C9}"/>
          </ac:picMkLst>
        </pc:picChg>
        <pc:picChg chg="mod">
          <ac:chgData name="Lauren Wood" userId="S::z5019390@ad.unsw.edu.au::ac8ff3b7-73b2-4038-a530-31cdff292da2" providerId="AD" clId="Web-{150C8206-04AD-4F3F-B34D-206EBEE2C800}" dt="2023-06-05T01:19:18.972" v="12" actId="14100"/>
          <ac:picMkLst>
            <pc:docMk/>
            <pc:sldMk cId="3760382026" sldId="274"/>
            <ac:picMk id="7" creationId="{4502ABA7-DA3B-DC30-70F9-CA50E3F82034}"/>
          </ac:picMkLst>
        </pc:picChg>
      </pc:sldChg>
      <pc:sldChg chg="addSp modSp new">
        <pc:chgData name="Lauren Wood" userId="S::z5019390@ad.unsw.edu.au::ac8ff3b7-73b2-4038-a530-31cdff292da2" providerId="AD" clId="Web-{150C8206-04AD-4F3F-B34D-206EBEE2C800}" dt="2023-06-05T01:25:09.376" v="272" actId="1076"/>
        <pc:sldMkLst>
          <pc:docMk/>
          <pc:sldMk cId="4235772698" sldId="275"/>
        </pc:sldMkLst>
        <pc:spChg chg="mod">
          <ac:chgData name="Lauren Wood" userId="S::z5019390@ad.unsw.edu.au::ac8ff3b7-73b2-4038-a530-31cdff292da2" providerId="AD" clId="Web-{150C8206-04AD-4F3F-B34D-206EBEE2C800}" dt="2023-06-05T01:21:09.180" v="57" actId="20577"/>
          <ac:spMkLst>
            <pc:docMk/>
            <pc:sldMk cId="4235772698" sldId="275"/>
            <ac:spMk id="2" creationId="{96E25B28-D3A2-413F-BB26-2930B3506D25}"/>
          </ac:spMkLst>
        </pc:spChg>
        <pc:spChg chg="mod">
          <ac:chgData name="Lauren Wood" userId="S::z5019390@ad.unsw.edu.au::ac8ff3b7-73b2-4038-a530-31cdff292da2" providerId="AD" clId="Web-{150C8206-04AD-4F3F-B34D-206EBEE2C800}" dt="2023-06-05T01:21:26.977" v="64" actId="20577"/>
          <ac:spMkLst>
            <pc:docMk/>
            <pc:sldMk cId="4235772698" sldId="275"/>
            <ac:spMk id="3" creationId="{0BC3C17B-C6C6-2D55-0119-3BEC26D6507C}"/>
          </ac:spMkLst>
        </pc:spChg>
        <pc:spChg chg="mod">
          <ac:chgData name="Lauren Wood" userId="S::z5019390@ad.unsw.edu.au::ac8ff3b7-73b2-4038-a530-31cdff292da2" providerId="AD" clId="Web-{150C8206-04AD-4F3F-B34D-206EBEE2C800}" dt="2023-06-05T01:24:53.751" v="269" actId="1076"/>
          <ac:spMkLst>
            <pc:docMk/>
            <pc:sldMk cId="4235772698" sldId="275"/>
            <ac:spMk id="4" creationId="{92A600F5-6E76-4C17-2FA3-37B5B6884DBB}"/>
          </ac:spMkLst>
        </pc:spChg>
        <pc:picChg chg="add mod modCrop">
          <ac:chgData name="Lauren Wood" userId="S::z5019390@ad.unsw.edu.au::ac8ff3b7-73b2-4038-a530-31cdff292da2" providerId="AD" clId="Web-{150C8206-04AD-4F3F-B34D-206EBEE2C800}" dt="2023-06-05T01:25:09.376" v="272" actId="1076"/>
          <ac:picMkLst>
            <pc:docMk/>
            <pc:sldMk cId="4235772698" sldId="275"/>
            <ac:picMk id="5" creationId="{61E35D62-8EA3-8B6F-3480-FBF33FD962C8}"/>
          </ac:picMkLst>
        </pc:picChg>
      </pc:sldChg>
    </pc:docChg>
  </pc:docChgLst>
  <pc:docChgLst>
    <pc:chgData name="Sasha Vassar" userId="27bb7cd0-3f82-48f4-8afd-db89fdffd713" providerId="ADAL" clId="{22991C2E-DBE3-1947-B391-9122E2EA976E}"/>
    <pc:docChg chg="undo custSel addSld delSld modSld sldOrd">
      <pc:chgData name="Sasha Vassar" userId="27bb7cd0-3f82-48f4-8afd-db89fdffd713" providerId="ADAL" clId="{22991C2E-DBE3-1947-B391-9122E2EA976E}" dt="2022-05-25T02:23:48.357" v="1676" actId="20577"/>
      <pc:docMkLst>
        <pc:docMk/>
      </pc:docMkLst>
      <pc:sldChg chg="modSp mod">
        <pc:chgData name="Sasha Vassar" userId="27bb7cd0-3f82-48f4-8afd-db89fdffd713" providerId="ADAL" clId="{22991C2E-DBE3-1947-B391-9122E2EA976E}" dt="2022-05-25T01:25:24.437" v="17" actId="20577"/>
        <pc:sldMkLst>
          <pc:docMk/>
          <pc:sldMk cId="0" sldId="256"/>
        </pc:sldMkLst>
        <pc:spChg chg="mod">
          <ac:chgData name="Sasha Vassar" userId="27bb7cd0-3f82-48f4-8afd-db89fdffd713" providerId="ADAL" clId="{22991C2E-DBE3-1947-B391-9122E2EA976E}" dt="2022-05-25T01:25:24.437" v="17" actId="20577"/>
          <ac:spMkLst>
            <pc:docMk/>
            <pc:sldMk cId="0" sldId="256"/>
            <ac:spMk id="155" creationId="{00000000-0000-0000-0000-000000000000}"/>
          </ac:spMkLst>
        </pc:spChg>
      </pc:sldChg>
      <pc:sldChg chg="modSp mod">
        <pc:chgData name="Sasha Vassar" userId="27bb7cd0-3f82-48f4-8afd-db89fdffd713" providerId="ADAL" clId="{22991C2E-DBE3-1947-B391-9122E2EA976E}" dt="2022-05-25T01:27:38.495" v="65" actId="14100"/>
        <pc:sldMkLst>
          <pc:docMk/>
          <pc:sldMk cId="0" sldId="257"/>
        </pc:sldMkLst>
        <pc:spChg chg="mod">
          <ac:chgData name="Sasha Vassar" userId="27bb7cd0-3f82-48f4-8afd-db89fdffd713" providerId="ADAL" clId="{22991C2E-DBE3-1947-B391-9122E2EA976E}" dt="2022-05-24T10:50:05.427" v="16" actId="20577"/>
          <ac:spMkLst>
            <pc:docMk/>
            <pc:sldMk cId="0" sldId="257"/>
            <ac:spMk id="158" creationId="{00000000-0000-0000-0000-000000000000}"/>
          </ac:spMkLst>
        </pc:spChg>
        <pc:spChg chg="mod">
          <ac:chgData name="Sasha Vassar" userId="27bb7cd0-3f82-48f4-8afd-db89fdffd713" providerId="ADAL" clId="{22991C2E-DBE3-1947-B391-9122E2EA976E}" dt="2022-05-25T01:27:24.527" v="55" actId="20577"/>
          <ac:spMkLst>
            <pc:docMk/>
            <pc:sldMk cId="0" sldId="257"/>
            <ac:spMk id="160" creationId="{00000000-0000-0000-0000-000000000000}"/>
          </ac:spMkLst>
        </pc:spChg>
        <pc:graphicFrameChg chg="mod modGraphic">
          <ac:chgData name="Sasha Vassar" userId="27bb7cd0-3f82-48f4-8afd-db89fdffd713" providerId="ADAL" clId="{22991C2E-DBE3-1947-B391-9122E2EA976E}" dt="2022-05-25T01:27:38.495" v="65" actId="14100"/>
          <ac:graphicFrameMkLst>
            <pc:docMk/>
            <pc:sldMk cId="0" sldId="257"/>
            <ac:graphicFrameMk id="161" creationId="{00000000-0000-0000-0000-000000000000}"/>
          </ac:graphicFrameMkLst>
        </pc:graphicFrameChg>
      </pc:sldChg>
      <pc:sldChg chg="modSp mod">
        <pc:chgData name="Sasha Vassar" userId="27bb7cd0-3f82-48f4-8afd-db89fdffd713" providerId="ADAL" clId="{22991C2E-DBE3-1947-B391-9122E2EA976E}" dt="2022-05-25T01:27:57.229" v="125" actId="20577"/>
        <pc:sldMkLst>
          <pc:docMk/>
          <pc:sldMk cId="0" sldId="258"/>
        </pc:sldMkLst>
        <pc:spChg chg="mod">
          <ac:chgData name="Sasha Vassar" userId="27bb7cd0-3f82-48f4-8afd-db89fdffd713" providerId="ADAL" clId="{22991C2E-DBE3-1947-B391-9122E2EA976E}" dt="2022-05-25T01:27:57.229" v="125" actId="20577"/>
          <ac:spMkLst>
            <pc:docMk/>
            <pc:sldMk cId="0" sldId="258"/>
            <ac:spMk id="7" creationId="{15CF7C65-8F4F-C2D4-DA67-08E5574B5002}"/>
          </ac:spMkLst>
        </pc:spChg>
      </pc:sldChg>
      <pc:sldChg chg="addSp delSp modSp mod">
        <pc:chgData name="Sasha Vassar" userId="27bb7cd0-3f82-48f4-8afd-db89fdffd713" providerId="ADAL" clId="{22991C2E-DBE3-1947-B391-9122E2EA976E}" dt="2022-05-25T01:54:53.220" v="1227" actId="1076"/>
        <pc:sldMkLst>
          <pc:docMk/>
          <pc:sldMk cId="0" sldId="259"/>
        </pc:sldMkLst>
        <pc:spChg chg="del">
          <ac:chgData name="Sasha Vassar" userId="27bb7cd0-3f82-48f4-8afd-db89fdffd713" providerId="ADAL" clId="{22991C2E-DBE3-1947-B391-9122E2EA976E}" dt="2022-05-25T01:54:30.605" v="1221" actId="478"/>
          <ac:spMkLst>
            <pc:docMk/>
            <pc:sldMk cId="0" sldId="259"/>
            <ac:spMk id="14" creationId="{81D4D58B-2367-D6ED-963E-698308196CC0}"/>
          </ac:spMkLst>
        </pc:spChg>
        <pc:spChg chg="mod">
          <ac:chgData name="Sasha Vassar" userId="27bb7cd0-3f82-48f4-8afd-db89fdffd713" providerId="ADAL" clId="{22991C2E-DBE3-1947-B391-9122E2EA976E}" dt="2022-05-25T01:52:38.235" v="1070" actId="20577"/>
          <ac:spMkLst>
            <pc:docMk/>
            <pc:sldMk cId="0" sldId="259"/>
            <ac:spMk id="169" creationId="{00000000-0000-0000-0000-000000000000}"/>
          </ac:spMkLst>
        </pc:spChg>
        <pc:spChg chg="mod">
          <ac:chgData name="Sasha Vassar" userId="27bb7cd0-3f82-48f4-8afd-db89fdffd713" providerId="ADAL" clId="{22991C2E-DBE3-1947-B391-9122E2EA976E}" dt="2022-05-25T01:52:44.719" v="1096" actId="20577"/>
          <ac:spMkLst>
            <pc:docMk/>
            <pc:sldMk cId="0" sldId="259"/>
            <ac:spMk id="170" creationId="{00000000-0000-0000-0000-000000000000}"/>
          </ac:spMkLst>
        </pc:spChg>
        <pc:spChg chg="mod">
          <ac:chgData name="Sasha Vassar" userId="27bb7cd0-3f82-48f4-8afd-db89fdffd713" providerId="ADAL" clId="{22991C2E-DBE3-1947-B391-9122E2EA976E}" dt="2022-05-25T01:54:46.066" v="1226" actId="14100"/>
          <ac:spMkLst>
            <pc:docMk/>
            <pc:sldMk cId="0" sldId="259"/>
            <ac:spMk id="171" creationId="{00000000-0000-0000-0000-000000000000}"/>
          </ac:spMkLst>
        </pc:spChg>
        <pc:picChg chg="add mod">
          <ac:chgData name="Sasha Vassar" userId="27bb7cd0-3f82-48f4-8afd-db89fdffd713" providerId="ADAL" clId="{22991C2E-DBE3-1947-B391-9122E2EA976E}" dt="2022-05-25T01:54:53.220" v="1227" actId="1076"/>
          <ac:picMkLst>
            <pc:docMk/>
            <pc:sldMk cId="0" sldId="259"/>
            <ac:picMk id="3" creationId="{B98045C2-2139-D5BB-9922-E34BA601E505}"/>
          </ac:picMkLst>
        </pc:picChg>
        <pc:picChg chg="del">
          <ac:chgData name="Sasha Vassar" userId="27bb7cd0-3f82-48f4-8afd-db89fdffd713" providerId="ADAL" clId="{22991C2E-DBE3-1947-B391-9122E2EA976E}" dt="2022-05-25T01:54:29.475" v="1220" actId="478"/>
          <ac:picMkLst>
            <pc:docMk/>
            <pc:sldMk cId="0" sldId="259"/>
            <ac:picMk id="13" creationId="{CA9343F3-013C-453F-66C9-3A537E582F2B}"/>
          </ac:picMkLst>
        </pc:picChg>
      </pc:sldChg>
      <pc:sldChg chg="addSp delSp modSp mod modNotesTx">
        <pc:chgData name="Sasha Vassar" userId="27bb7cd0-3f82-48f4-8afd-db89fdffd713" providerId="ADAL" clId="{22991C2E-DBE3-1947-B391-9122E2EA976E}" dt="2022-05-25T01:36:40.543" v="141" actId="20577"/>
        <pc:sldMkLst>
          <pc:docMk/>
          <pc:sldMk cId="0" sldId="260"/>
        </pc:sldMkLst>
        <pc:spChg chg="mod">
          <ac:chgData name="Sasha Vassar" userId="27bb7cd0-3f82-48f4-8afd-db89fdffd713" providerId="ADAL" clId="{22991C2E-DBE3-1947-B391-9122E2EA976E}" dt="2022-05-25T01:28:53.612" v="138" actId="20577"/>
          <ac:spMkLst>
            <pc:docMk/>
            <pc:sldMk cId="0" sldId="260"/>
            <ac:spMk id="175" creationId="{00000000-0000-0000-0000-000000000000}"/>
          </ac:spMkLst>
        </pc:spChg>
        <pc:spChg chg="mod">
          <ac:chgData name="Sasha Vassar" userId="27bb7cd0-3f82-48f4-8afd-db89fdffd713" providerId="ADAL" clId="{22991C2E-DBE3-1947-B391-9122E2EA976E}" dt="2022-05-25T01:36:40.543" v="141" actId="20577"/>
          <ac:spMkLst>
            <pc:docMk/>
            <pc:sldMk cId="0" sldId="260"/>
            <ac:spMk id="177" creationId="{00000000-0000-0000-0000-000000000000}"/>
          </ac:spMkLst>
        </pc:spChg>
        <pc:graphicFrameChg chg="add mod modGraphic">
          <ac:chgData name="Sasha Vassar" userId="27bb7cd0-3f82-48f4-8afd-db89fdffd713" providerId="ADAL" clId="{22991C2E-DBE3-1947-B391-9122E2EA976E}" dt="2022-05-25T01:28:48.171" v="130" actId="207"/>
          <ac:graphicFrameMkLst>
            <pc:docMk/>
            <pc:sldMk cId="0" sldId="260"/>
            <ac:graphicFrameMk id="6" creationId="{037BEBB0-3840-02A5-7F10-2C2DE13650C7}"/>
          </ac:graphicFrameMkLst>
        </pc:graphicFrameChg>
        <pc:graphicFrameChg chg="del">
          <ac:chgData name="Sasha Vassar" userId="27bb7cd0-3f82-48f4-8afd-db89fdffd713" providerId="ADAL" clId="{22991C2E-DBE3-1947-B391-9122E2EA976E}" dt="2022-05-25T01:28:10.286" v="126" actId="478"/>
          <ac:graphicFrameMkLst>
            <pc:docMk/>
            <pc:sldMk cId="0" sldId="260"/>
            <ac:graphicFrameMk id="9" creationId="{6A17E9B9-FF9E-2B59-2A3C-4ACA12A01296}"/>
          </ac:graphicFrameMkLst>
        </pc:graphicFrameChg>
      </pc:sldChg>
      <pc:sldChg chg="del">
        <pc:chgData name="Sasha Vassar" userId="27bb7cd0-3f82-48f4-8afd-db89fdffd713" providerId="ADAL" clId="{22991C2E-DBE3-1947-B391-9122E2EA976E}" dt="2022-05-25T01:43:51.370" v="778" actId="2696"/>
        <pc:sldMkLst>
          <pc:docMk/>
          <pc:sldMk cId="0" sldId="262"/>
        </pc:sldMkLst>
      </pc:sldChg>
      <pc:sldChg chg="del">
        <pc:chgData name="Sasha Vassar" userId="27bb7cd0-3f82-48f4-8afd-db89fdffd713" providerId="ADAL" clId="{22991C2E-DBE3-1947-B391-9122E2EA976E}" dt="2022-05-25T01:44:03.808" v="781" actId="2696"/>
        <pc:sldMkLst>
          <pc:docMk/>
          <pc:sldMk cId="0" sldId="263"/>
        </pc:sldMkLst>
      </pc:sldChg>
      <pc:sldChg chg="addSp delSp modSp mod">
        <pc:chgData name="Sasha Vassar" userId="27bb7cd0-3f82-48f4-8afd-db89fdffd713" providerId="ADAL" clId="{22991C2E-DBE3-1947-B391-9122E2EA976E}" dt="2022-05-25T01:56:22.037" v="1514" actId="20577"/>
        <pc:sldMkLst>
          <pc:docMk/>
          <pc:sldMk cId="0" sldId="265"/>
        </pc:sldMkLst>
        <pc:spChg chg="mod">
          <ac:chgData name="Sasha Vassar" userId="27bb7cd0-3f82-48f4-8afd-db89fdffd713" providerId="ADAL" clId="{22991C2E-DBE3-1947-B391-9122E2EA976E}" dt="2022-05-25T01:56:22.037" v="1514" actId="20577"/>
          <ac:spMkLst>
            <pc:docMk/>
            <pc:sldMk cId="0" sldId="265"/>
            <ac:spMk id="6" creationId="{DAAF30AB-971D-E561-401C-14B0024B8E24}"/>
          </ac:spMkLst>
        </pc:spChg>
        <pc:graphicFrameChg chg="add mod modGraphic">
          <ac:chgData name="Sasha Vassar" userId="27bb7cd0-3f82-48f4-8afd-db89fdffd713" providerId="ADAL" clId="{22991C2E-DBE3-1947-B391-9122E2EA976E}" dt="2022-05-25T01:55:22.190" v="1232" actId="207"/>
          <ac:graphicFrameMkLst>
            <pc:docMk/>
            <pc:sldMk cId="0" sldId="265"/>
            <ac:graphicFrameMk id="7" creationId="{504A633C-7B4C-F943-4152-CC4810D8A114}"/>
          </ac:graphicFrameMkLst>
        </pc:graphicFrameChg>
        <pc:graphicFrameChg chg="del">
          <ac:chgData name="Sasha Vassar" userId="27bb7cd0-3f82-48f4-8afd-db89fdffd713" providerId="ADAL" clId="{22991C2E-DBE3-1947-B391-9122E2EA976E}" dt="2022-05-25T01:55:08.144" v="1228" actId="478"/>
          <ac:graphicFrameMkLst>
            <pc:docMk/>
            <pc:sldMk cId="0" sldId="265"/>
            <ac:graphicFrameMk id="204" creationId="{00000000-0000-0000-0000-000000000000}"/>
          </ac:graphicFrameMkLst>
        </pc:graphicFrameChg>
      </pc:sldChg>
      <pc:sldChg chg="addSp delSp modSp mod">
        <pc:chgData name="Sasha Vassar" userId="27bb7cd0-3f82-48f4-8afd-db89fdffd713" providerId="ADAL" clId="{22991C2E-DBE3-1947-B391-9122E2EA976E}" dt="2022-05-25T02:02:50.445" v="1658" actId="207"/>
        <pc:sldMkLst>
          <pc:docMk/>
          <pc:sldMk cId="0" sldId="266"/>
        </pc:sldMkLst>
        <pc:spChg chg="mod">
          <ac:chgData name="Sasha Vassar" userId="27bb7cd0-3f82-48f4-8afd-db89fdffd713" providerId="ADAL" clId="{22991C2E-DBE3-1947-B391-9122E2EA976E}" dt="2022-05-25T02:02:26.351" v="1654" actId="20577"/>
          <ac:spMkLst>
            <pc:docMk/>
            <pc:sldMk cId="0" sldId="266"/>
            <ac:spMk id="208" creationId="{00000000-0000-0000-0000-000000000000}"/>
          </ac:spMkLst>
        </pc:spChg>
        <pc:graphicFrameChg chg="del">
          <ac:chgData name="Sasha Vassar" userId="27bb7cd0-3f82-48f4-8afd-db89fdffd713" providerId="ADAL" clId="{22991C2E-DBE3-1947-B391-9122E2EA976E}" dt="2022-05-25T02:02:40.552" v="1655" actId="478"/>
          <ac:graphicFrameMkLst>
            <pc:docMk/>
            <pc:sldMk cId="0" sldId="266"/>
            <ac:graphicFrameMk id="6" creationId="{B5939607-9E95-C29C-330F-13204CF4437F}"/>
          </ac:graphicFrameMkLst>
        </pc:graphicFrameChg>
        <pc:graphicFrameChg chg="add mod modGraphic">
          <ac:chgData name="Sasha Vassar" userId="27bb7cd0-3f82-48f4-8afd-db89fdffd713" providerId="ADAL" clId="{22991C2E-DBE3-1947-B391-9122E2EA976E}" dt="2022-05-25T02:02:50.445" v="1658" actId="207"/>
          <ac:graphicFrameMkLst>
            <pc:docMk/>
            <pc:sldMk cId="0" sldId="266"/>
            <ac:graphicFrameMk id="7" creationId="{09377E2C-3D2B-543C-7EB5-BACE3ABDFB69}"/>
          </ac:graphicFrameMkLst>
        </pc:graphicFrameChg>
      </pc:sldChg>
      <pc:sldChg chg="del">
        <pc:chgData name="Sasha Vassar" userId="27bb7cd0-3f82-48f4-8afd-db89fdffd713" providerId="ADAL" clId="{22991C2E-DBE3-1947-B391-9122E2EA976E}" dt="2022-05-25T01:43:53.857" v="779" actId="2696"/>
        <pc:sldMkLst>
          <pc:docMk/>
          <pc:sldMk cId="2590030140" sldId="267"/>
        </pc:sldMkLst>
      </pc:sldChg>
      <pc:sldChg chg="del">
        <pc:chgData name="Sasha Vassar" userId="27bb7cd0-3f82-48f4-8afd-db89fdffd713" providerId="ADAL" clId="{22991C2E-DBE3-1947-B391-9122E2EA976E}" dt="2022-05-25T01:43:56.287" v="780" actId="2696"/>
        <pc:sldMkLst>
          <pc:docMk/>
          <pc:sldMk cId="2115645698" sldId="268"/>
        </pc:sldMkLst>
      </pc:sldChg>
      <pc:sldChg chg="del">
        <pc:chgData name="Sasha Vassar" userId="27bb7cd0-3f82-48f4-8afd-db89fdffd713" providerId="ADAL" clId="{22991C2E-DBE3-1947-B391-9122E2EA976E}" dt="2022-05-25T01:44:03.808" v="781" actId="2696"/>
        <pc:sldMkLst>
          <pc:docMk/>
          <pc:sldMk cId="3794277113" sldId="269"/>
        </pc:sldMkLst>
      </pc:sldChg>
      <pc:sldChg chg="del">
        <pc:chgData name="Sasha Vassar" userId="27bb7cd0-3f82-48f4-8afd-db89fdffd713" providerId="ADAL" clId="{22991C2E-DBE3-1947-B391-9122E2EA976E}" dt="2022-05-25T01:44:03.808" v="781" actId="2696"/>
        <pc:sldMkLst>
          <pc:docMk/>
          <pc:sldMk cId="1331508781" sldId="270"/>
        </pc:sldMkLst>
      </pc:sldChg>
      <pc:sldChg chg="del">
        <pc:chgData name="Sasha Vassar" userId="27bb7cd0-3f82-48f4-8afd-db89fdffd713" providerId="ADAL" clId="{22991C2E-DBE3-1947-B391-9122E2EA976E}" dt="2022-05-25T01:44:03.808" v="781" actId="2696"/>
        <pc:sldMkLst>
          <pc:docMk/>
          <pc:sldMk cId="1418392225" sldId="271"/>
        </pc:sldMkLst>
      </pc:sldChg>
      <pc:sldChg chg="modSp mod modNotesTx">
        <pc:chgData name="Sasha Vassar" userId="27bb7cd0-3f82-48f4-8afd-db89fdffd713" providerId="ADAL" clId="{22991C2E-DBE3-1947-B391-9122E2EA976E}" dt="2022-05-25T02:23:48.357" v="1676" actId="20577"/>
        <pc:sldMkLst>
          <pc:docMk/>
          <pc:sldMk cId="3232466342" sldId="272"/>
        </pc:sldMkLst>
        <pc:spChg chg="mod">
          <ac:chgData name="Sasha Vassar" userId="27bb7cd0-3f82-48f4-8afd-db89fdffd713" providerId="ADAL" clId="{22991C2E-DBE3-1947-B391-9122E2EA976E}" dt="2022-05-25T01:38:30.247" v="151" actId="20577"/>
          <ac:spMkLst>
            <pc:docMk/>
            <pc:sldMk cId="3232466342" sldId="272"/>
            <ac:spMk id="175" creationId="{00000000-0000-0000-0000-000000000000}"/>
          </ac:spMkLst>
        </pc:spChg>
        <pc:spChg chg="mod">
          <ac:chgData name="Sasha Vassar" userId="27bb7cd0-3f82-48f4-8afd-db89fdffd713" providerId="ADAL" clId="{22991C2E-DBE3-1947-B391-9122E2EA976E}" dt="2022-05-25T02:23:48.357" v="1676" actId="20577"/>
          <ac:spMkLst>
            <pc:docMk/>
            <pc:sldMk cId="3232466342" sldId="272"/>
            <ac:spMk id="177" creationId="{00000000-0000-0000-0000-000000000000}"/>
          </ac:spMkLst>
        </pc:spChg>
      </pc:sldChg>
      <pc:sldChg chg="addSp modSp mod">
        <pc:chgData name="Sasha Vassar" userId="27bb7cd0-3f82-48f4-8afd-db89fdffd713" providerId="ADAL" clId="{22991C2E-DBE3-1947-B391-9122E2EA976E}" dt="2022-05-25T02:00:05.506" v="1557" actId="14100"/>
        <pc:sldMkLst>
          <pc:docMk/>
          <pc:sldMk cId="2938361211" sldId="273"/>
        </pc:sldMkLst>
        <pc:spChg chg="mod">
          <ac:chgData name="Sasha Vassar" userId="27bb7cd0-3f82-48f4-8afd-db89fdffd713" providerId="ADAL" clId="{22991C2E-DBE3-1947-B391-9122E2EA976E}" dt="2022-05-25T01:58:47.863" v="1541" actId="1076"/>
          <ac:spMkLst>
            <pc:docMk/>
            <pc:sldMk cId="2938361211" sldId="273"/>
            <ac:spMk id="2" creationId="{38708088-DC95-A882-920C-F91548D805D1}"/>
          </ac:spMkLst>
        </pc:spChg>
        <pc:spChg chg="mod">
          <ac:chgData name="Sasha Vassar" userId="27bb7cd0-3f82-48f4-8afd-db89fdffd713" providerId="ADAL" clId="{22991C2E-DBE3-1947-B391-9122E2EA976E}" dt="2022-05-25T01:59:23.115" v="1546" actId="207"/>
          <ac:spMkLst>
            <pc:docMk/>
            <pc:sldMk cId="2938361211" sldId="273"/>
            <ac:spMk id="24" creationId="{3757417D-AE7F-E8E3-ABE4-A75821386540}"/>
          </ac:spMkLst>
        </pc:spChg>
        <pc:spChg chg="mod">
          <ac:chgData name="Sasha Vassar" userId="27bb7cd0-3f82-48f4-8afd-db89fdffd713" providerId="ADAL" clId="{22991C2E-DBE3-1947-B391-9122E2EA976E}" dt="2022-05-25T01:57:43.730" v="1530" actId="1036"/>
          <ac:spMkLst>
            <pc:docMk/>
            <pc:sldMk cId="2938361211" sldId="273"/>
            <ac:spMk id="38" creationId="{603001DF-D1F4-3930-5604-45ED779643C7}"/>
          </ac:spMkLst>
        </pc:spChg>
        <pc:spChg chg="add mod">
          <ac:chgData name="Sasha Vassar" userId="27bb7cd0-3f82-48f4-8afd-db89fdffd713" providerId="ADAL" clId="{22991C2E-DBE3-1947-B391-9122E2EA976E}" dt="2022-05-25T02:00:05.506" v="1557" actId="14100"/>
          <ac:spMkLst>
            <pc:docMk/>
            <pc:sldMk cId="2938361211" sldId="273"/>
            <ac:spMk id="39" creationId="{3ECB4ECE-7FEB-7F8A-F817-6941FFBBA5F2}"/>
          </ac:spMkLst>
        </pc:spChg>
        <pc:spChg chg="mod">
          <ac:chgData name="Sasha Vassar" userId="27bb7cd0-3f82-48f4-8afd-db89fdffd713" providerId="ADAL" clId="{22991C2E-DBE3-1947-B391-9122E2EA976E}" dt="2022-05-25T01:58:13.194" v="1535" actId="1076"/>
          <ac:spMkLst>
            <pc:docMk/>
            <pc:sldMk cId="2938361211" sldId="273"/>
            <ac:spMk id="45" creationId="{E0865BB3-AF58-AF1B-58FA-D2E201FF70AE}"/>
          </ac:spMkLst>
        </pc:spChg>
        <pc:spChg chg="mod">
          <ac:chgData name="Sasha Vassar" userId="27bb7cd0-3f82-48f4-8afd-db89fdffd713" providerId="ADAL" clId="{22991C2E-DBE3-1947-B391-9122E2EA976E}" dt="2022-05-25T01:58:04.272" v="1533" actId="1076"/>
          <ac:spMkLst>
            <pc:docMk/>
            <pc:sldMk cId="2938361211" sldId="273"/>
            <ac:spMk id="46" creationId="{A0012B96-A327-F3A9-C86A-423C0C681DC7}"/>
          </ac:spMkLst>
        </pc:spChg>
        <pc:graphicFrameChg chg="mod">
          <ac:chgData name="Sasha Vassar" userId="27bb7cd0-3f82-48f4-8afd-db89fdffd713" providerId="ADAL" clId="{22991C2E-DBE3-1947-B391-9122E2EA976E}" dt="2022-05-25T01:57:13.583" v="1520"/>
          <ac:graphicFrameMkLst>
            <pc:docMk/>
            <pc:sldMk cId="2938361211" sldId="273"/>
            <ac:graphicFrameMk id="5" creationId="{B003A88D-7472-E5FF-F7EF-F80AB4B368E2}"/>
          </ac:graphicFrameMkLst>
        </pc:graphicFrameChg>
        <pc:picChg chg="mod">
          <ac:chgData name="Sasha Vassar" userId="27bb7cd0-3f82-48f4-8afd-db89fdffd713" providerId="ADAL" clId="{22991C2E-DBE3-1947-B391-9122E2EA976E}" dt="2022-05-25T01:59:23.581" v="1547" actId="207"/>
          <ac:picMkLst>
            <pc:docMk/>
            <pc:sldMk cId="2938361211" sldId="273"/>
            <ac:picMk id="13" creationId="{DFCB6573-A492-8D53-D62A-6C6BCF259354}"/>
          </ac:picMkLst>
        </pc:picChg>
        <pc:cxnChg chg="mod">
          <ac:chgData name="Sasha Vassar" userId="27bb7cd0-3f82-48f4-8afd-db89fdffd713" providerId="ADAL" clId="{22991C2E-DBE3-1947-B391-9122E2EA976E}" dt="2022-05-25T01:58:44.083" v="1540" actId="692"/>
          <ac:cxnSpMkLst>
            <pc:docMk/>
            <pc:sldMk cId="2938361211" sldId="273"/>
            <ac:cxnSpMk id="8" creationId="{4418C648-AA69-C0C5-6230-4A7DE97755F9}"/>
          </ac:cxnSpMkLst>
        </pc:cxnChg>
        <pc:cxnChg chg="mod">
          <ac:chgData name="Sasha Vassar" userId="27bb7cd0-3f82-48f4-8afd-db89fdffd713" providerId="ADAL" clId="{22991C2E-DBE3-1947-B391-9122E2EA976E}" dt="2022-05-25T01:58:39.188" v="1539" actId="692"/>
          <ac:cxnSpMkLst>
            <pc:docMk/>
            <pc:sldMk cId="2938361211" sldId="273"/>
            <ac:cxnSpMk id="14" creationId="{42487635-C08E-7E54-82D0-A6990B158B1B}"/>
          </ac:cxnSpMkLst>
        </pc:cxnChg>
        <pc:cxnChg chg="mod">
          <ac:chgData name="Sasha Vassar" userId="27bb7cd0-3f82-48f4-8afd-db89fdffd713" providerId="ADAL" clId="{22991C2E-DBE3-1947-B391-9122E2EA976E}" dt="2022-05-25T01:57:57.482" v="1532" actId="1076"/>
          <ac:cxnSpMkLst>
            <pc:docMk/>
            <pc:sldMk cId="2938361211" sldId="273"/>
            <ac:cxnSpMk id="15" creationId="{CC181ADE-CE48-0C87-F0F6-E17116AA24D2}"/>
          </ac:cxnSpMkLst>
        </pc:cxnChg>
        <pc:cxnChg chg="mod">
          <ac:chgData name="Sasha Vassar" userId="27bb7cd0-3f82-48f4-8afd-db89fdffd713" providerId="ADAL" clId="{22991C2E-DBE3-1947-B391-9122E2EA976E}" dt="2022-05-25T01:59:43.631" v="1553" actId="692"/>
          <ac:cxnSpMkLst>
            <pc:docMk/>
            <pc:sldMk cId="2938361211" sldId="273"/>
            <ac:cxnSpMk id="23" creationId="{6BE70E78-174D-7AB0-7A9A-8B0930FA2ECF}"/>
          </ac:cxnSpMkLst>
        </pc:cxnChg>
      </pc:sldChg>
      <pc:sldChg chg="addSp delSp modSp add mod modNotesTx">
        <pc:chgData name="Sasha Vassar" userId="27bb7cd0-3f82-48f4-8afd-db89fdffd713" providerId="ADAL" clId="{22991C2E-DBE3-1947-B391-9122E2EA976E}" dt="2022-05-25T01:52:11.607" v="1059" actId="1076"/>
        <pc:sldMkLst>
          <pc:docMk/>
          <pc:sldMk cId="3760382026" sldId="274"/>
        </pc:sldMkLst>
        <pc:spChg chg="add mod">
          <ac:chgData name="Sasha Vassar" userId="27bb7cd0-3f82-48f4-8afd-db89fdffd713" providerId="ADAL" clId="{22991C2E-DBE3-1947-B391-9122E2EA976E}" dt="2022-05-25T01:51:47.709" v="1054" actId="1076"/>
          <ac:spMkLst>
            <pc:docMk/>
            <pc:sldMk cId="3760382026" sldId="274"/>
            <ac:spMk id="8" creationId="{D5B85833-9758-A909-3E87-CEF54D0491C6}"/>
          </ac:spMkLst>
        </pc:spChg>
        <pc:spChg chg="add del mod">
          <ac:chgData name="Sasha Vassar" userId="27bb7cd0-3f82-48f4-8afd-db89fdffd713" providerId="ADAL" clId="{22991C2E-DBE3-1947-B391-9122E2EA976E}" dt="2022-05-25T01:50:09.141" v="802"/>
          <ac:spMkLst>
            <pc:docMk/>
            <pc:sldMk cId="3760382026" sldId="274"/>
            <ac:spMk id="9" creationId="{6F077ABF-4584-257F-5184-243DB283A5DC}"/>
          </ac:spMkLst>
        </pc:spChg>
        <pc:spChg chg="add mod">
          <ac:chgData name="Sasha Vassar" userId="27bb7cd0-3f82-48f4-8afd-db89fdffd713" providerId="ADAL" clId="{22991C2E-DBE3-1947-B391-9122E2EA976E}" dt="2022-05-25T01:51:58.482" v="1056" actId="1076"/>
          <ac:spMkLst>
            <pc:docMk/>
            <pc:sldMk cId="3760382026" sldId="274"/>
            <ac:spMk id="10" creationId="{37A04C7C-B2B9-C1D5-2992-E34E0118C934}"/>
          </ac:spMkLst>
        </pc:spChg>
        <pc:spChg chg="mod">
          <ac:chgData name="Sasha Vassar" userId="27bb7cd0-3f82-48f4-8afd-db89fdffd713" providerId="ADAL" clId="{22991C2E-DBE3-1947-B391-9122E2EA976E}" dt="2022-05-25T01:51:52.975" v="1055" actId="1076"/>
          <ac:spMkLst>
            <pc:docMk/>
            <pc:sldMk cId="3760382026" sldId="274"/>
            <ac:spMk id="175" creationId="{00000000-0000-0000-0000-000000000000}"/>
          </ac:spMkLst>
        </pc:spChg>
        <pc:spChg chg="mod">
          <ac:chgData name="Sasha Vassar" userId="27bb7cd0-3f82-48f4-8afd-db89fdffd713" providerId="ADAL" clId="{22991C2E-DBE3-1947-B391-9122E2EA976E}" dt="2022-05-25T01:52:03.978" v="1058" actId="1076"/>
          <ac:spMkLst>
            <pc:docMk/>
            <pc:sldMk cId="3760382026" sldId="274"/>
            <ac:spMk id="176" creationId="{00000000-0000-0000-0000-000000000000}"/>
          </ac:spMkLst>
        </pc:spChg>
        <pc:spChg chg="del mod">
          <ac:chgData name="Sasha Vassar" userId="27bb7cd0-3f82-48f4-8afd-db89fdffd713" providerId="ADAL" clId="{22991C2E-DBE3-1947-B391-9122E2EA976E}" dt="2022-05-25T01:49:51.099" v="800" actId="478"/>
          <ac:spMkLst>
            <pc:docMk/>
            <pc:sldMk cId="3760382026" sldId="274"/>
            <ac:spMk id="177" creationId="{00000000-0000-0000-0000-000000000000}"/>
          </ac:spMkLst>
        </pc:spChg>
        <pc:picChg chg="add mod">
          <ac:chgData name="Sasha Vassar" userId="27bb7cd0-3f82-48f4-8afd-db89fdffd713" providerId="ADAL" clId="{22991C2E-DBE3-1947-B391-9122E2EA976E}" dt="2022-05-25T01:49:33.318" v="797" actId="1076"/>
          <ac:picMkLst>
            <pc:docMk/>
            <pc:sldMk cId="3760382026" sldId="274"/>
            <ac:picMk id="3" creationId="{1EEF82AC-D1A7-CF15-F648-36BA0C62F6C9}"/>
          </ac:picMkLst>
        </pc:picChg>
        <pc:picChg chg="add mod">
          <ac:chgData name="Sasha Vassar" userId="27bb7cd0-3f82-48f4-8afd-db89fdffd713" providerId="ADAL" clId="{22991C2E-DBE3-1947-B391-9122E2EA976E}" dt="2022-05-25T01:52:11.607" v="1059" actId="1076"/>
          <ac:picMkLst>
            <pc:docMk/>
            <pc:sldMk cId="3760382026" sldId="274"/>
            <ac:picMk id="7" creationId="{4502ABA7-DA3B-DC30-70F9-CA50E3F82034}"/>
          </ac:picMkLst>
        </pc:picChg>
      </pc:sldChg>
      <pc:sldChg chg="new del ord">
        <pc:chgData name="Sasha Vassar" userId="27bb7cd0-3f82-48f4-8afd-db89fdffd713" providerId="ADAL" clId="{22991C2E-DBE3-1947-B391-9122E2EA976E}" dt="2022-05-25T01:49:29.390" v="796" actId="2696"/>
        <pc:sldMkLst>
          <pc:docMk/>
          <pc:sldMk cId="1705954446" sldId="27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5C3B13-0FD7-F448-95C4-EB2F0EB79E91}" type="doc">
      <dgm:prSet loTypeId="urn:microsoft.com/office/officeart/2005/8/layout/chevron1" loCatId="" qsTypeId="urn:microsoft.com/office/officeart/2005/8/quickstyle/simple4" qsCatId="simple" csTypeId="urn:microsoft.com/office/officeart/2005/8/colors/accent1_5" csCatId="accent1" phldr="1"/>
      <dgm:spPr/>
      <dgm:t>
        <a:bodyPr/>
        <a:lstStyle/>
        <a:p>
          <a:endParaRPr lang="en-GB"/>
        </a:p>
      </dgm:t>
    </dgm:pt>
    <dgm:pt modelId="{70858591-7BE8-B048-A85C-67AD25A6FDA0}">
      <dgm:prSet phldrT="[Text]"/>
      <dgm:spPr/>
      <dgm:t>
        <a:bodyPr/>
        <a:lstStyle/>
        <a:p>
          <a:r>
            <a:rPr lang="en-GB" dirty="0"/>
            <a:t>Week 1</a:t>
          </a:r>
        </a:p>
      </dgm:t>
    </dgm:pt>
    <dgm:pt modelId="{B7801F73-3AD9-9E4E-9ACE-1E32D84F468C}" type="parTrans" cxnId="{03E46632-795D-F441-84E3-2CAF15E3EAA2}">
      <dgm:prSet/>
      <dgm:spPr/>
      <dgm:t>
        <a:bodyPr/>
        <a:lstStyle/>
        <a:p>
          <a:endParaRPr lang="en-GB"/>
        </a:p>
      </dgm:t>
    </dgm:pt>
    <dgm:pt modelId="{A7D430FD-2719-8F47-A7C1-6471627DAE16}" type="sibTrans" cxnId="{03E46632-795D-F441-84E3-2CAF15E3EAA2}">
      <dgm:prSet/>
      <dgm:spPr/>
      <dgm:t>
        <a:bodyPr/>
        <a:lstStyle/>
        <a:p>
          <a:endParaRPr lang="en-GB"/>
        </a:p>
      </dgm:t>
    </dgm:pt>
    <dgm:pt modelId="{14CB9762-5DA2-2644-87E9-76E8DC9BAE09}">
      <dgm:prSet phldrT="[Text]"/>
      <dgm:spPr/>
      <dgm:t>
        <a:bodyPr/>
        <a:lstStyle/>
        <a:p>
          <a:r>
            <a:rPr lang="en-GB" dirty="0"/>
            <a:t>Week 2</a:t>
          </a:r>
        </a:p>
      </dgm:t>
    </dgm:pt>
    <dgm:pt modelId="{35AFBBC1-9F5A-FE4A-8E24-2A3F6CC380B4}" type="parTrans" cxnId="{F7B054B0-7ED0-C045-8C8A-9E480408E61E}">
      <dgm:prSet/>
      <dgm:spPr/>
      <dgm:t>
        <a:bodyPr/>
        <a:lstStyle/>
        <a:p>
          <a:endParaRPr lang="en-GB"/>
        </a:p>
      </dgm:t>
    </dgm:pt>
    <dgm:pt modelId="{936B532B-9663-834D-BDF9-9DD63C6B0BB8}" type="sibTrans" cxnId="{F7B054B0-7ED0-C045-8C8A-9E480408E61E}">
      <dgm:prSet/>
      <dgm:spPr/>
      <dgm:t>
        <a:bodyPr/>
        <a:lstStyle/>
        <a:p>
          <a:endParaRPr lang="en-GB"/>
        </a:p>
      </dgm:t>
    </dgm:pt>
    <dgm:pt modelId="{6FDA3540-CC63-4A42-904A-DDA3E35C3092}">
      <dgm:prSet phldrT="[Text]"/>
      <dgm:spPr/>
      <dgm:t>
        <a:bodyPr/>
        <a:lstStyle/>
        <a:p>
          <a:r>
            <a:rPr lang="en-GB" dirty="0"/>
            <a:t>Week 3</a:t>
          </a:r>
        </a:p>
      </dgm:t>
    </dgm:pt>
    <dgm:pt modelId="{748290F3-2B73-CF45-A00B-C4139BCF38F2}" type="parTrans" cxnId="{02DE4B68-9A8C-2045-AA49-A4EF1C613F0A}">
      <dgm:prSet/>
      <dgm:spPr/>
      <dgm:t>
        <a:bodyPr/>
        <a:lstStyle/>
        <a:p>
          <a:endParaRPr lang="en-GB"/>
        </a:p>
      </dgm:t>
    </dgm:pt>
    <dgm:pt modelId="{EB992C4D-B099-6547-BC37-057E362DE8A5}" type="sibTrans" cxnId="{02DE4B68-9A8C-2045-AA49-A4EF1C613F0A}">
      <dgm:prSet/>
      <dgm:spPr/>
      <dgm:t>
        <a:bodyPr/>
        <a:lstStyle/>
        <a:p>
          <a:endParaRPr lang="en-GB"/>
        </a:p>
      </dgm:t>
    </dgm:pt>
    <dgm:pt modelId="{E75CE971-22EB-F24C-8B7A-9E659D8FF1CE}">
      <dgm:prSet phldrT="[Text]"/>
      <dgm:spPr/>
      <dgm:t>
        <a:bodyPr/>
        <a:lstStyle/>
        <a:p>
          <a:r>
            <a:rPr lang="en-GB" dirty="0"/>
            <a:t>Week 4</a:t>
          </a:r>
        </a:p>
      </dgm:t>
    </dgm:pt>
    <dgm:pt modelId="{B5FB00C5-BB2E-3F4A-951A-1BC7CEDC6964}" type="parTrans" cxnId="{3765BBC7-BB9B-2D4E-954B-CBCF96923D01}">
      <dgm:prSet/>
      <dgm:spPr/>
      <dgm:t>
        <a:bodyPr/>
        <a:lstStyle/>
        <a:p>
          <a:endParaRPr lang="en-GB"/>
        </a:p>
      </dgm:t>
    </dgm:pt>
    <dgm:pt modelId="{AF3D9E68-7D26-9847-A01A-94EA3A36C783}" type="sibTrans" cxnId="{3765BBC7-BB9B-2D4E-954B-CBCF96923D01}">
      <dgm:prSet/>
      <dgm:spPr/>
      <dgm:t>
        <a:bodyPr/>
        <a:lstStyle/>
        <a:p>
          <a:endParaRPr lang="en-GB"/>
        </a:p>
      </dgm:t>
    </dgm:pt>
    <dgm:pt modelId="{E9896E72-C30A-674B-A949-2C2EF351DD93}">
      <dgm:prSet phldrT="[Text]"/>
      <dgm:spPr/>
      <dgm:t>
        <a:bodyPr/>
        <a:lstStyle/>
        <a:p>
          <a:r>
            <a:rPr lang="en-GB" dirty="0"/>
            <a:t>Week 5</a:t>
          </a:r>
        </a:p>
      </dgm:t>
    </dgm:pt>
    <dgm:pt modelId="{1DD7AE9B-EEF9-DF4D-9835-F020C5150076}" type="parTrans" cxnId="{2CBDB628-BD94-C547-9792-DFC8F169C3EB}">
      <dgm:prSet/>
      <dgm:spPr/>
      <dgm:t>
        <a:bodyPr/>
        <a:lstStyle/>
        <a:p>
          <a:endParaRPr lang="en-GB"/>
        </a:p>
      </dgm:t>
    </dgm:pt>
    <dgm:pt modelId="{19290954-644B-BF42-8692-77BE915441A8}" type="sibTrans" cxnId="{2CBDB628-BD94-C547-9792-DFC8F169C3EB}">
      <dgm:prSet/>
      <dgm:spPr/>
      <dgm:t>
        <a:bodyPr/>
        <a:lstStyle/>
        <a:p>
          <a:endParaRPr lang="en-GB"/>
        </a:p>
      </dgm:t>
    </dgm:pt>
    <dgm:pt modelId="{C628F686-66A1-054A-A61A-5B2452FB12E7}">
      <dgm:prSet phldrT="[Text]"/>
      <dgm:spPr/>
      <dgm:t>
        <a:bodyPr/>
        <a:lstStyle/>
        <a:p>
          <a:r>
            <a:rPr lang="en-GB" dirty="0"/>
            <a:t>Week 6</a:t>
          </a:r>
        </a:p>
      </dgm:t>
    </dgm:pt>
    <dgm:pt modelId="{32464112-857E-2243-8624-7A0817C590F9}" type="parTrans" cxnId="{0D0D6018-1438-AF4F-8A20-98AB23EFF781}">
      <dgm:prSet/>
      <dgm:spPr/>
      <dgm:t>
        <a:bodyPr/>
        <a:lstStyle/>
        <a:p>
          <a:endParaRPr lang="en-GB"/>
        </a:p>
      </dgm:t>
    </dgm:pt>
    <dgm:pt modelId="{E309D9AD-27A4-3442-A0F6-B0D6B91327C4}" type="sibTrans" cxnId="{0D0D6018-1438-AF4F-8A20-98AB23EFF781}">
      <dgm:prSet/>
      <dgm:spPr/>
      <dgm:t>
        <a:bodyPr/>
        <a:lstStyle/>
        <a:p>
          <a:endParaRPr lang="en-GB"/>
        </a:p>
      </dgm:t>
    </dgm:pt>
    <dgm:pt modelId="{8EC8828E-B9D2-F043-B4D9-2348AB0E3EE9}">
      <dgm:prSet phldrT="[Text]"/>
      <dgm:spPr/>
      <dgm:t>
        <a:bodyPr/>
        <a:lstStyle/>
        <a:p>
          <a:r>
            <a:rPr lang="en-GB" dirty="0"/>
            <a:t>Week 7</a:t>
          </a:r>
        </a:p>
      </dgm:t>
    </dgm:pt>
    <dgm:pt modelId="{CE0230E5-BC4C-9348-AE81-B992CC774717}" type="parTrans" cxnId="{D099A14C-57EC-7747-8182-507C7DAFBC68}">
      <dgm:prSet/>
      <dgm:spPr/>
      <dgm:t>
        <a:bodyPr/>
        <a:lstStyle/>
        <a:p>
          <a:endParaRPr lang="en-GB"/>
        </a:p>
      </dgm:t>
    </dgm:pt>
    <dgm:pt modelId="{F560B9D8-F9C0-F44C-A28F-4A4AC03CDB36}" type="sibTrans" cxnId="{D099A14C-57EC-7747-8182-507C7DAFBC68}">
      <dgm:prSet/>
      <dgm:spPr/>
      <dgm:t>
        <a:bodyPr/>
        <a:lstStyle/>
        <a:p>
          <a:endParaRPr lang="en-GB"/>
        </a:p>
      </dgm:t>
    </dgm:pt>
    <dgm:pt modelId="{798A7030-18AA-7244-A34F-D6433C4B0FC7}">
      <dgm:prSet phldrT="[Text]"/>
      <dgm:spPr/>
      <dgm:t>
        <a:bodyPr/>
        <a:lstStyle/>
        <a:p>
          <a:r>
            <a:rPr lang="en-GB" dirty="0"/>
            <a:t>Week 8</a:t>
          </a:r>
        </a:p>
      </dgm:t>
    </dgm:pt>
    <dgm:pt modelId="{5D8ED2BB-A936-3049-9EF9-B6E2982FC984}" type="parTrans" cxnId="{B955C57B-E942-624B-89B6-9E3DE6E02242}">
      <dgm:prSet/>
      <dgm:spPr/>
      <dgm:t>
        <a:bodyPr/>
        <a:lstStyle/>
        <a:p>
          <a:endParaRPr lang="en-GB"/>
        </a:p>
      </dgm:t>
    </dgm:pt>
    <dgm:pt modelId="{CF760D04-C1BC-AD4D-8DBF-022615E9358F}" type="sibTrans" cxnId="{B955C57B-E942-624B-89B6-9E3DE6E02242}">
      <dgm:prSet/>
      <dgm:spPr/>
      <dgm:t>
        <a:bodyPr/>
        <a:lstStyle/>
        <a:p>
          <a:endParaRPr lang="en-GB"/>
        </a:p>
      </dgm:t>
    </dgm:pt>
    <dgm:pt modelId="{F50C550B-89B1-624F-99AF-68585AD5BF59}">
      <dgm:prSet phldrT="[Text]"/>
      <dgm:spPr/>
      <dgm:t>
        <a:bodyPr/>
        <a:lstStyle/>
        <a:p>
          <a:r>
            <a:rPr lang="en-GB" dirty="0"/>
            <a:t>Week 9</a:t>
          </a:r>
        </a:p>
      </dgm:t>
    </dgm:pt>
    <dgm:pt modelId="{FB770DC4-D1F3-5544-9337-A208686371E9}" type="parTrans" cxnId="{BA604D10-0068-CC41-880E-4AF0249A2955}">
      <dgm:prSet/>
      <dgm:spPr/>
      <dgm:t>
        <a:bodyPr/>
        <a:lstStyle/>
        <a:p>
          <a:endParaRPr lang="en-GB"/>
        </a:p>
      </dgm:t>
    </dgm:pt>
    <dgm:pt modelId="{6F1A2D0F-129B-7343-898D-0B089686A7A1}" type="sibTrans" cxnId="{BA604D10-0068-CC41-880E-4AF0249A2955}">
      <dgm:prSet/>
      <dgm:spPr/>
      <dgm:t>
        <a:bodyPr/>
        <a:lstStyle/>
        <a:p>
          <a:endParaRPr lang="en-GB"/>
        </a:p>
      </dgm:t>
    </dgm:pt>
    <dgm:pt modelId="{57058A10-0590-4446-8E3D-F665BF917485}">
      <dgm:prSet phldrT="[Text]"/>
      <dgm:spPr/>
      <dgm:t>
        <a:bodyPr/>
        <a:lstStyle/>
        <a:p>
          <a:r>
            <a:rPr lang="en-GB" dirty="0"/>
            <a:t>Week 10</a:t>
          </a:r>
        </a:p>
      </dgm:t>
    </dgm:pt>
    <dgm:pt modelId="{30A88282-68CB-514C-9A41-D4C8E184AC7D}" type="parTrans" cxnId="{8CB8C197-48BD-5645-996C-590587D9E5F2}">
      <dgm:prSet/>
      <dgm:spPr/>
      <dgm:t>
        <a:bodyPr/>
        <a:lstStyle/>
        <a:p>
          <a:endParaRPr lang="en-GB"/>
        </a:p>
      </dgm:t>
    </dgm:pt>
    <dgm:pt modelId="{92F83538-2ED4-0A4B-9937-F96502B06DDA}" type="sibTrans" cxnId="{8CB8C197-48BD-5645-996C-590587D9E5F2}">
      <dgm:prSet/>
      <dgm:spPr/>
      <dgm:t>
        <a:bodyPr/>
        <a:lstStyle/>
        <a:p>
          <a:endParaRPr lang="en-GB"/>
        </a:p>
      </dgm:t>
    </dgm:pt>
    <dgm:pt modelId="{9BAAF137-B1B8-5945-934D-7253539E0B1B}">
      <dgm:prSet phldrT="[Text]"/>
      <dgm:spPr/>
      <dgm:t>
        <a:bodyPr/>
        <a:lstStyle/>
        <a:p>
          <a:r>
            <a:rPr lang="en-GB" dirty="0"/>
            <a:t>Week 11</a:t>
          </a:r>
        </a:p>
      </dgm:t>
    </dgm:pt>
    <dgm:pt modelId="{D75A13A3-CC46-384A-B45D-3D65A67A0F4F}" type="parTrans" cxnId="{F37383D7-BDC5-4244-B1E4-5273693ACCA9}">
      <dgm:prSet/>
      <dgm:spPr/>
      <dgm:t>
        <a:bodyPr/>
        <a:lstStyle/>
        <a:p>
          <a:endParaRPr lang="en-GB"/>
        </a:p>
      </dgm:t>
    </dgm:pt>
    <dgm:pt modelId="{00972712-C138-DC4C-9DEF-C27019FD0288}" type="sibTrans" cxnId="{F37383D7-BDC5-4244-B1E4-5273693ACCA9}">
      <dgm:prSet/>
      <dgm:spPr/>
      <dgm:t>
        <a:bodyPr/>
        <a:lstStyle/>
        <a:p>
          <a:endParaRPr lang="en-GB"/>
        </a:p>
      </dgm:t>
    </dgm:pt>
    <dgm:pt modelId="{42D53836-8D56-CB43-A90B-C5510EBA2526}" type="pres">
      <dgm:prSet presAssocID="{125C3B13-0FD7-F448-95C4-EB2F0EB79E91}" presName="Name0" presStyleCnt="0">
        <dgm:presLayoutVars>
          <dgm:dir/>
          <dgm:animLvl val="lvl"/>
          <dgm:resizeHandles val="exact"/>
        </dgm:presLayoutVars>
      </dgm:prSet>
      <dgm:spPr/>
    </dgm:pt>
    <dgm:pt modelId="{76C738AF-D1CB-3349-8A49-0ABCA6C0DF38}" type="pres">
      <dgm:prSet presAssocID="{70858591-7BE8-B048-A85C-67AD25A6FDA0}" presName="parTxOnly" presStyleLbl="node1" presStyleIdx="0" presStyleCnt="11" custLinFactY="-35919" custLinFactNeighborX="33091" custLinFactNeighborY="-100000">
        <dgm:presLayoutVars>
          <dgm:chMax val="0"/>
          <dgm:chPref val="0"/>
          <dgm:bulletEnabled val="1"/>
        </dgm:presLayoutVars>
      </dgm:prSet>
      <dgm:spPr/>
    </dgm:pt>
    <dgm:pt modelId="{4D0D9056-22E1-8D45-BB39-02946FD3954C}" type="pres">
      <dgm:prSet presAssocID="{A7D430FD-2719-8F47-A7C1-6471627DAE16}" presName="parTxOnlySpace" presStyleCnt="0"/>
      <dgm:spPr/>
    </dgm:pt>
    <dgm:pt modelId="{328812D9-B38D-B248-8F69-74E0284E4796}" type="pres">
      <dgm:prSet presAssocID="{14CB9762-5DA2-2644-87E9-76E8DC9BAE09}" presName="parTxOnly" presStyleLbl="node1" presStyleIdx="1" presStyleCnt="11" custLinFactY="-36913" custLinFactNeighborX="-17926" custLinFactNeighborY="-100000">
        <dgm:presLayoutVars>
          <dgm:chMax val="0"/>
          <dgm:chPref val="0"/>
          <dgm:bulletEnabled val="1"/>
        </dgm:presLayoutVars>
      </dgm:prSet>
      <dgm:spPr/>
    </dgm:pt>
    <dgm:pt modelId="{B12A4267-1EA1-2249-A3C2-E34198E34B72}" type="pres">
      <dgm:prSet presAssocID="{936B532B-9663-834D-BDF9-9DD63C6B0BB8}" presName="parTxOnlySpace" presStyleCnt="0"/>
      <dgm:spPr/>
    </dgm:pt>
    <dgm:pt modelId="{3A592597-B792-0243-BF43-A33966A7E312}" type="pres">
      <dgm:prSet presAssocID="{6FDA3540-CC63-4A42-904A-DDA3E35C3092}" presName="parTxOnly" presStyleLbl="node1" presStyleIdx="2" presStyleCnt="11" custLinFactY="-37248" custLinFactNeighborX="-73701" custLinFactNeighborY="-100000">
        <dgm:presLayoutVars>
          <dgm:chMax val="0"/>
          <dgm:chPref val="0"/>
          <dgm:bulletEnabled val="1"/>
        </dgm:presLayoutVars>
      </dgm:prSet>
      <dgm:spPr/>
    </dgm:pt>
    <dgm:pt modelId="{88711979-7BEB-C94B-97F0-0DDDD1205E09}" type="pres">
      <dgm:prSet presAssocID="{EB992C4D-B099-6547-BC37-057E362DE8A5}" presName="parTxOnlySpace" presStyleCnt="0"/>
      <dgm:spPr/>
    </dgm:pt>
    <dgm:pt modelId="{E0951772-393A-0047-9404-7D73C71D488F}" type="pres">
      <dgm:prSet presAssocID="{E75CE971-22EB-F24C-8B7A-9E659D8FF1CE}" presName="parTxOnly" presStyleLbl="node1" presStyleIdx="3" presStyleCnt="11">
        <dgm:presLayoutVars>
          <dgm:chMax val="0"/>
          <dgm:chPref val="0"/>
          <dgm:bulletEnabled val="1"/>
        </dgm:presLayoutVars>
      </dgm:prSet>
      <dgm:spPr/>
    </dgm:pt>
    <dgm:pt modelId="{1637BD65-D396-1542-8D13-BFBB39528D60}" type="pres">
      <dgm:prSet presAssocID="{AF3D9E68-7D26-9847-A01A-94EA3A36C783}" presName="parTxOnlySpace" presStyleCnt="0"/>
      <dgm:spPr/>
    </dgm:pt>
    <dgm:pt modelId="{045B42A2-2A41-E74F-BD84-4F92A32371E9}" type="pres">
      <dgm:prSet presAssocID="{E9896E72-C30A-674B-A949-2C2EF351DD93}" presName="parTxOnly" presStyleLbl="node1" presStyleIdx="4" presStyleCnt="11">
        <dgm:presLayoutVars>
          <dgm:chMax val="0"/>
          <dgm:chPref val="0"/>
          <dgm:bulletEnabled val="1"/>
        </dgm:presLayoutVars>
      </dgm:prSet>
      <dgm:spPr/>
    </dgm:pt>
    <dgm:pt modelId="{81900D6A-CAC2-2E4F-A46E-C8B58D4375AF}" type="pres">
      <dgm:prSet presAssocID="{19290954-644B-BF42-8692-77BE915441A8}" presName="parTxOnlySpace" presStyleCnt="0"/>
      <dgm:spPr/>
    </dgm:pt>
    <dgm:pt modelId="{1A371F30-F3BD-9546-BBC7-A85739E9DBA5}" type="pres">
      <dgm:prSet presAssocID="{C628F686-66A1-054A-A61A-5B2452FB12E7}" presName="parTxOnly" presStyleLbl="node1" presStyleIdx="5" presStyleCnt="11">
        <dgm:presLayoutVars>
          <dgm:chMax val="0"/>
          <dgm:chPref val="0"/>
          <dgm:bulletEnabled val="1"/>
        </dgm:presLayoutVars>
      </dgm:prSet>
      <dgm:spPr/>
    </dgm:pt>
    <dgm:pt modelId="{2560D462-4FE3-0241-A48F-6B3888956254}" type="pres">
      <dgm:prSet presAssocID="{E309D9AD-27A4-3442-A0F6-B0D6B91327C4}" presName="parTxOnlySpace" presStyleCnt="0"/>
      <dgm:spPr/>
    </dgm:pt>
    <dgm:pt modelId="{6F4B3A69-AE5B-F746-BAE4-AE1A059C75C4}" type="pres">
      <dgm:prSet presAssocID="{8EC8828E-B9D2-F043-B4D9-2348AB0E3EE9}" presName="parTxOnly" presStyleLbl="node1" presStyleIdx="6" presStyleCnt="11">
        <dgm:presLayoutVars>
          <dgm:chMax val="0"/>
          <dgm:chPref val="0"/>
          <dgm:bulletEnabled val="1"/>
        </dgm:presLayoutVars>
      </dgm:prSet>
      <dgm:spPr/>
    </dgm:pt>
    <dgm:pt modelId="{97EBD3A4-C471-F547-B785-3A1592F47C22}" type="pres">
      <dgm:prSet presAssocID="{F560B9D8-F9C0-F44C-A28F-4A4AC03CDB36}" presName="parTxOnlySpace" presStyleCnt="0"/>
      <dgm:spPr/>
    </dgm:pt>
    <dgm:pt modelId="{D7152B10-C1C0-724D-A1D5-CD4A151BD2F3}" type="pres">
      <dgm:prSet presAssocID="{798A7030-18AA-7244-A34F-D6433C4B0FC7}" presName="parTxOnly" presStyleLbl="node1" presStyleIdx="7" presStyleCnt="11">
        <dgm:presLayoutVars>
          <dgm:chMax val="0"/>
          <dgm:chPref val="0"/>
          <dgm:bulletEnabled val="1"/>
        </dgm:presLayoutVars>
      </dgm:prSet>
      <dgm:spPr/>
    </dgm:pt>
    <dgm:pt modelId="{6F996A32-D9CF-EC43-9DA7-C7C0E8FC7BF0}" type="pres">
      <dgm:prSet presAssocID="{CF760D04-C1BC-AD4D-8DBF-022615E9358F}" presName="parTxOnlySpace" presStyleCnt="0"/>
      <dgm:spPr/>
    </dgm:pt>
    <dgm:pt modelId="{098AFD9B-A3A4-A34A-A5E4-E334D64AFEDD}" type="pres">
      <dgm:prSet presAssocID="{F50C550B-89B1-624F-99AF-68585AD5BF59}" presName="parTxOnly" presStyleLbl="node1" presStyleIdx="8" presStyleCnt="11">
        <dgm:presLayoutVars>
          <dgm:chMax val="0"/>
          <dgm:chPref val="0"/>
          <dgm:bulletEnabled val="1"/>
        </dgm:presLayoutVars>
      </dgm:prSet>
      <dgm:spPr/>
    </dgm:pt>
    <dgm:pt modelId="{329C9249-6FEE-9246-AF77-BD18FF5CDD1A}" type="pres">
      <dgm:prSet presAssocID="{6F1A2D0F-129B-7343-898D-0B089686A7A1}" presName="parTxOnlySpace" presStyleCnt="0"/>
      <dgm:spPr/>
    </dgm:pt>
    <dgm:pt modelId="{8403064A-365B-5F49-AFA7-1150919E6F4D}" type="pres">
      <dgm:prSet presAssocID="{57058A10-0590-4446-8E3D-F665BF917485}" presName="parTxOnly" presStyleLbl="node1" presStyleIdx="9" presStyleCnt="11">
        <dgm:presLayoutVars>
          <dgm:chMax val="0"/>
          <dgm:chPref val="0"/>
          <dgm:bulletEnabled val="1"/>
        </dgm:presLayoutVars>
      </dgm:prSet>
      <dgm:spPr/>
    </dgm:pt>
    <dgm:pt modelId="{E0347CAB-F8D8-A44A-BDF7-D449D126929A}" type="pres">
      <dgm:prSet presAssocID="{92F83538-2ED4-0A4B-9937-F96502B06DDA}" presName="parTxOnlySpace" presStyleCnt="0"/>
      <dgm:spPr/>
    </dgm:pt>
    <dgm:pt modelId="{BCD142C3-C9B0-7747-85C2-C3BF5C326336}" type="pres">
      <dgm:prSet presAssocID="{9BAAF137-B1B8-5945-934D-7253539E0B1B}" presName="parTxOnly" presStyleLbl="node1" presStyleIdx="10" presStyleCnt="11">
        <dgm:presLayoutVars>
          <dgm:chMax val="0"/>
          <dgm:chPref val="0"/>
          <dgm:bulletEnabled val="1"/>
        </dgm:presLayoutVars>
      </dgm:prSet>
      <dgm:spPr/>
    </dgm:pt>
  </dgm:ptLst>
  <dgm:cxnLst>
    <dgm:cxn modelId="{5412EF07-2091-EB49-993F-AC5BC45D7EEA}" type="presOf" srcId="{57058A10-0590-4446-8E3D-F665BF917485}" destId="{8403064A-365B-5F49-AFA7-1150919E6F4D}" srcOrd="0" destOrd="0" presId="urn:microsoft.com/office/officeart/2005/8/layout/chevron1"/>
    <dgm:cxn modelId="{A1CA8C0D-1473-1043-B5DE-AD787DCD27BC}" type="presOf" srcId="{C628F686-66A1-054A-A61A-5B2452FB12E7}" destId="{1A371F30-F3BD-9546-BBC7-A85739E9DBA5}" srcOrd="0" destOrd="0" presId="urn:microsoft.com/office/officeart/2005/8/layout/chevron1"/>
    <dgm:cxn modelId="{BA604D10-0068-CC41-880E-4AF0249A2955}" srcId="{125C3B13-0FD7-F448-95C4-EB2F0EB79E91}" destId="{F50C550B-89B1-624F-99AF-68585AD5BF59}" srcOrd="8" destOrd="0" parTransId="{FB770DC4-D1F3-5544-9337-A208686371E9}" sibTransId="{6F1A2D0F-129B-7343-898D-0B089686A7A1}"/>
    <dgm:cxn modelId="{0D0D6018-1438-AF4F-8A20-98AB23EFF781}" srcId="{125C3B13-0FD7-F448-95C4-EB2F0EB79E91}" destId="{C628F686-66A1-054A-A61A-5B2452FB12E7}" srcOrd="5" destOrd="0" parTransId="{32464112-857E-2243-8624-7A0817C590F9}" sibTransId="{E309D9AD-27A4-3442-A0F6-B0D6B91327C4}"/>
    <dgm:cxn modelId="{2CBDB628-BD94-C547-9792-DFC8F169C3EB}" srcId="{125C3B13-0FD7-F448-95C4-EB2F0EB79E91}" destId="{E9896E72-C30A-674B-A949-2C2EF351DD93}" srcOrd="4" destOrd="0" parTransId="{1DD7AE9B-EEF9-DF4D-9835-F020C5150076}" sibTransId="{19290954-644B-BF42-8692-77BE915441A8}"/>
    <dgm:cxn modelId="{03E46632-795D-F441-84E3-2CAF15E3EAA2}" srcId="{125C3B13-0FD7-F448-95C4-EB2F0EB79E91}" destId="{70858591-7BE8-B048-A85C-67AD25A6FDA0}" srcOrd="0" destOrd="0" parTransId="{B7801F73-3AD9-9E4E-9ACE-1E32D84F468C}" sibTransId="{A7D430FD-2719-8F47-A7C1-6471627DAE16}"/>
    <dgm:cxn modelId="{734CDA34-FA30-0946-AF15-4FBFB435D6AE}" type="presOf" srcId="{E9896E72-C30A-674B-A949-2C2EF351DD93}" destId="{045B42A2-2A41-E74F-BD84-4F92A32371E9}" srcOrd="0" destOrd="0" presId="urn:microsoft.com/office/officeart/2005/8/layout/chevron1"/>
    <dgm:cxn modelId="{3718F85E-DEC5-E342-8ECD-5B774A7DE45C}" type="presOf" srcId="{125C3B13-0FD7-F448-95C4-EB2F0EB79E91}" destId="{42D53836-8D56-CB43-A90B-C5510EBA2526}" srcOrd="0" destOrd="0" presId="urn:microsoft.com/office/officeart/2005/8/layout/chevron1"/>
    <dgm:cxn modelId="{C0098362-BCB2-CC4B-B526-0AC2C02F4B6D}" type="presOf" srcId="{F50C550B-89B1-624F-99AF-68585AD5BF59}" destId="{098AFD9B-A3A4-A34A-A5E4-E334D64AFEDD}" srcOrd="0" destOrd="0" presId="urn:microsoft.com/office/officeart/2005/8/layout/chevron1"/>
    <dgm:cxn modelId="{D877AD62-81DB-E949-978E-6CF0CDA5B960}" type="presOf" srcId="{8EC8828E-B9D2-F043-B4D9-2348AB0E3EE9}" destId="{6F4B3A69-AE5B-F746-BAE4-AE1A059C75C4}" srcOrd="0" destOrd="0" presId="urn:microsoft.com/office/officeart/2005/8/layout/chevron1"/>
    <dgm:cxn modelId="{02DE4B68-9A8C-2045-AA49-A4EF1C613F0A}" srcId="{125C3B13-0FD7-F448-95C4-EB2F0EB79E91}" destId="{6FDA3540-CC63-4A42-904A-DDA3E35C3092}" srcOrd="2" destOrd="0" parTransId="{748290F3-2B73-CF45-A00B-C4139BCF38F2}" sibTransId="{EB992C4D-B099-6547-BC37-057E362DE8A5}"/>
    <dgm:cxn modelId="{B0B7E869-85EC-E045-86C8-F0919035A88C}" type="presOf" srcId="{9BAAF137-B1B8-5945-934D-7253539E0B1B}" destId="{BCD142C3-C9B0-7747-85C2-C3BF5C326336}" srcOrd="0" destOrd="0" presId="urn:microsoft.com/office/officeart/2005/8/layout/chevron1"/>
    <dgm:cxn modelId="{D099A14C-57EC-7747-8182-507C7DAFBC68}" srcId="{125C3B13-0FD7-F448-95C4-EB2F0EB79E91}" destId="{8EC8828E-B9D2-F043-B4D9-2348AB0E3EE9}" srcOrd="6" destOrd="0" parTransId="{CE0230E5-BC4C-9348-AE81-B992CC774717}" sibTransId="{F560B9D8-F9C0-F44C-A28F-4A4AC03CDB36}"/>
    <dgm:cxn modelId="{8FB27E70-3EEF-0A40-AE86-8B450C576E05}" type="presOf" srcId="{E75CE971-22EB-F24C-8B7A-9E659D8FF1CE}" destId="{E0951772-393A-0047-9404-7D73C71D488F}" srcOrd="0" destOrd="0" presId="urn:microsoft.com/office/officeart/2005/8/layout/chevron1"/>
    <dgm:cxn modelId="{021EB35A-18FB-5146-BCA4-4CF6C9AF9E5E}" type="presOf" srcId="{6FDA3540-CC63-4A42-904A-DDA3E35C3092}" destId="{3A592597-B792-0243-BF43-A33966A7E312}" srcOrd="0" destOrd="0" presId="urn:microsoft.com/office/officeart/2005/8/layout/chevron1"/>
    <dgm:cxn modelId="{B955C57B-E942-624B-89B6-9E3DE6E02242}" srcId="{125C3B13-0FD7-F448-95C4-EB2F0EB79E91}" destId="{798A7030-18AA-7244-A34F-D6433C4B0FC7}" srcOrd="7" destOrd="0" parTransId="{5D8ED2BB-A936-3049-9EF9-B6E2982FC984}" sibTransId="{CF760D04-C1BC-AD4D-8DBF-022615E9358F}"/>
    <dgm:cxn modelId="{8CB8C197-48BD-5645-996C-590587D9E5F2}" srcId="{125C3B13-0FD7-F448-95C4-EB2F0EB79E91}" destId="{57058A10-0590-4446-8E3D-F665BF917485}" srcOrd="9" destOrd="0" parTransId="{30A88282-68CB-514C-9A41-D4C8E184AC7D}" sibTransId="{92F83538-2ED4-0A4B-9937-F96502B06DDA}"/>
    <dgm:cxn modelId="{F7B054B0-7ED0-C045-8C8A-9E480408E61E}" srcId="{125C3B13-0FD7-F448-95C4-EB2F0EB79E91}" destId="{14CB9762-5DA2-2644-87E9-76E8DC9BAE09}" srcOrd="1" destOrd="0" parTransId="{35AFBBC1-9F5A-FE4A-8E24-2A3F6CC380B4}" sibTransId="{936B532B-9663-834D-BDF9-9DD63C6B0BB8}"/>
    <dgm:cxn modelId="{352606B5-97DA-0744-969D-08F0B9F1D74C}" type="presOf" srcId="{798A7030-18AA-7244-A34F-D6433C4B0FC7}" destId="{D7152B10-C1C0-724D-A1D5-CD4A151BD2F3}" srcOrd="0" destOrd="0" presId="urn:microsoft.com/office/officeart/2005/8/layout/chevron1"/>
    <dgm:cxn modelId="{F37383D7-BDC5-4244-B1E4-5273693ACCA9}" srcId="{125C3B13-0FD7-F448-95C4-EB2F0EB79E91}" destId="{9BAAF137-B1B8-5945-934D-7253539E0B1B}" srcOrd="10" destOrd="0" parTransId="{D75A13A3-CC46-384A-B45D-3D65A67A0F4F}" sibTransId="{00972712-C138-DC4C-9DEF-C27019FD0288}"/>
    <dgm:cxn modelId="{3765BBC7-BB9B-2D4E-954B-CBCF96923D01}" srcId="{125C3B13-0FD7-F448-95C4-EB2F0EB79E91}" destId="{E75CE971-22EB-F24C-8B7A-9E659D8FF1CE}" srcOrd="3" destOrd="0" parTransId="{B5FB00C5-BB2E-3F4A-951A-1BC7CEDC6964}" sibTransId="{AF3D9E68-7D26-9847-A01A-94EA3A36C783}"/>
    <dgm:cxn modelId="{B95D70F1-8B06-2248-A101-00DC0FD35E42}" type="presOf" srcId="{14CB9762-5DA2-2644-87E9-76E8DC9BAE09}" destId="{328812D9-B38D-B248-8F69-74E0284E4796}" srcOrd="0" destOrd="0" presId="urn:microsoft.com/office/officeart/2005/8/layout/chevron1"/>
    <dgm:cxn modelId="{C32E88FC-6C82-274A-8A8E-ED1D9556D34B}" type="presOf" srcId="{70858591-7BE8-B048-A85C-67AD25A6FDA0}" destId="{76C738AF-D1CB-3349-8A49-0ABCA6C0DF38}" srcOrd="0" destOrd="0" presId="urn:microsoft.com/office/officeart/2005/8/layout/chevron1"/>
    <dgm:cxn modelId="{1F41CC3A-8C11-C240-9938-D8EDADC65779}" type="presParOf" srcId="{42D53836-8D56-CB43-A90B-C5510EBA2526}" destId="{76C738AF-D1CB-3349-8A49-0ABCA6C0DF38}" srcOrd="0" destOrd="0" presId="urn:microsoft.com/office/officeart/2005/8/layout/chevron1"/>
    <dgm:cxn modelId="{3736B780-92EA-5247-A3C5-4B321D849C7B}" type="presParOf" srcId="{42D53836-8D56-CB43-A90B-C5510EBA2526}" destId="{4D0D9056-22E1-8D45-BB39-02946FD3954C}" srcOrd="1" destOrd="0" presId="urn:microsoft.com/office/officeart/2005/8/layout/chevron1"/>
    <dgm:cxn modelId="{D15106F7-D39C-174E-A8C1-8CC11407980F}" type="presParOf" srcId="{42D53836-8D56-CB43-A90B-C5510EBA2526}" destId="{328812D9-B38D-B248-8F69-74E0284E4796}" srcOrd="2" destOrd="0" presId="urn:microsoft.com/office/officeart/2005/8/layout/chevron1"/>
    <dgm:cxn modelId="{F56C9EA3-7F17-2E40-B574-CF9601955F0A}" type="presParOf" srcId="{42D53836-8D56-CB43-A90B-C5510EBA2526}" destId="{B12A4267-1EA1-2249-A3C2-E34198E34B72}" srcOrd="3" destOrd="0" presId="urn:microsoft.com/office/officeart/2005/8/layout/chevron1"/>
    <dgm:cxn modelId="{4B2010DB-12C8-E145-8626-D5BFBEBE4211}" type="presParOf" srcId="{42D53836-8D56-CB43-A90B-C5510EBA2526}" destId="{3A592597-B792-0243-BF43-A33966A7E312}" srcOrd="4" destOrd="0" presId="urn:microsoft.com/office/officeart/2005/8/layout/chevron1"/>
    <dgm:cxn modelId="{CFF9CC22-87C4-FE4F-B870-499C91A8D209}" type="presParOf" srcId="{42D53836-8D56-CB43-A90B-C5510EBA2526}" destId="{88711979-7BEB-C94B-97F0-0DDDD1205E09}" srcOrd="5" destOrd="0" presId="urn:microsoft.com/office/officeart/2005/8/layout/chevron1"/>
    <dgm:cxn modelId="{0B013341-A982-E14E-BCEC-0448F74B96C3}" type="presParOf" srcId="{42D53836-8D56-CB43-A90B-C5510EBA2526}" destId="{E0951772-393A-0047-9404-7D73C71D488F}" srcOrd="6" destOrd="0" presId="urn:microsoft.com/office/officeart/2005/8/layout/chevron1"/>
    <dgm:cxn modelId="{18CC13C0-D631-4748-9BE0-31330F056914}" type="presParOf" srcId="{42D53836-8D56-CB43-A90B-C5510EBA2526}" destId="{1637BD65-D396-1542-8D13-BFBB39528D60}" srcOrd="7" destOrd="0" presId="urn:microsoft.com/office/officeart/2005/8/layout/chevron1"/>
    <dgm:cxn modelId="{4EB93DFA-206F-7F43-BEDB-868F82A5FA25}" type="presParOf" srcId="{42D53836-8D56-CB43-A90B-C5510EBA2526}" destId="{045B42A2-2A41-E74F-BD84-4F92A32371E9}" srcOrd="8" destOrd="0" presId="urn:microsoft.com/office/officeart/2005/8/layout/chevron1"/>
    <dgm:cxn modelId="{946A4D5C-6300-9947-948D-8D5A8917FE05}" type="presParOf" srcId="{42D53836-8D56-CB43-A90B-C5510EBA2526}" destId="{81900D6A-CAC2-2E4F-A46E-C8B58D4375AF}" srcOrd="9" destOrd="0" presId="urn:microsoft.com/office/officeart/2005/8/layout/chevron1"/>
    <dgm:cxn modelId="{B0E32194-0EAF-0A40-914D-758BF67879A6}" type="presParOf" srcId="{42D53836-8D56-CB43-A90B-C5510EBA2526}" destId="{1A371F30-F3BD-9546-BBC7-A85739E9DBA5}" srcOrd="10" destOrd="0" presId="urn:microsoft.com/office/officeart/2005/8/layout/chevron1"/>
    <dgm:cxn modelId="{BA41F747-1FD5-724E-95DD-E926F8513F44}" type="presParOf" srcId="{42D53836-8D56-CB43-A90B-C5510EBA2526}" destId="{2560D462-4FE3-0241-A48F-6B3888956254}" srcOrd="11" destOrd="0" presId="urn:microsoft.com/office/officeart/2005/8/layout/chevron1"/>
    <dgm:cxn modelId="{43C9F808-7585-1B4A-A716-F7095E5252DD}" type="presParOf" srcId="{42D53836-8D56-CB43-A90B-C5510EBA2526}" destId="{6F4B3A69-AE5B-F746-BAE4-AE1A059C75C4}" srcOrd="12" destOrd="0" presId="urn:microsoft.com/office/officeart/2005/8/layout/chevron1"/>
    <dgm:cxn modelId="{B0073D71-C702-8B4C-BD45-BBD5FC7397C7}" type="presParOf" srcId="{42D53836-8D56-CB43-A90B-C5510EBA2526}" destId="{97EBD3A4-C471-F547-B785-3A1592F47C22}" srcOrd="13" destOrd="0" presId="urn:microsoft.com/office/officeart/2005/8/layout/chevron1"/>
    <dgm:cxn modelId="{D7929403-183C-D24F-AF2D-AFE5FE6EB3B0}" type="presParOf" srcId="{42D53836-8D56-CB43-A90B-C5510EBA2526}" destId="{D7152B10-C1C0-724D-A1D5-CD4A151BD2F3}" srcOrd="14" destOrd="0" presId="urn:microsoft.com/office/officeart/2005/8/layout/chevron1"/>
    <dgm:cxn modelId="{E3FA2DEE-7A1B-1A42-804E-F2F39825C3D9}" type="presParOf" srcId="{42D53836-8D56-CB43-A90B-C5510EBA2526}" destId="{6F996A32-D9CF-EC43-9DA7-C7C0E8FC7BF0}" srcOrd="15" destOrd="0" presId="urn:microsoft.com/office/officeart/2005/8/layout/chevron1"/>
    <dgm:cxn modelId="{C8169E14-6CF4-0B41-8588-400000399DE3}" type="presParOf" srcId="{42D53836-8D56-CB43-A90B-C5510EBA2526}" destId="{098AFD9B-A3A4-A34A-A5E4-E334D64AFEDD}" srcOrd="16" destOrd="0" presId="urn:microsoft.com/office/officeart/2005/8/layout/chevron1"/>
    <dgm:cxn modelId="{18A70D0B-1B4E-6B4C-A62F-746F5FA2500A}" type="presParOf" srcId="{42D53836-8D56-CB43-A90B-C5510EBA2526}" destId="{329C9249-6FEE-9246-AF77-BD18FF5CDD1A}" srcOrd="17" destOrd="0" presId="urn:microsoft.com/office/officeart/2005/8/layout/chevron1"/>
    <dgm:cxn modelId="{C79A17B9-BE7C-534E-B9AC-833F316855F0}" type="presParOf" srcId="{42D53836-8D56-CB43-A90B-C5510EBA2526}" destId="{8403064A-365B-5F49-AFA7-1150919E6F4D}" srcOrd="18" destOrd="0" presId="urn:microsoft.com/office/officeart/2005/8/layout/chevron1"/>
    <dgm:cxn modelId="{80DDC905-96C4-9643-9D31-7301DA0D6F2B}" type="presParOf" srcId="{42D53836-8D56-CB43-A90B-C5510EBA2526}" destId="{E0347CAB-F8D8-A44A-BDF7-D449D126929A}" srcOrd="19" destOrd="0" presId="urn:microsoft.com/office/officeart/2005/8/layout/chevron1"/>
    <dgm:cxn modelId="{268D38F6-CC15-F347-AAC0-0A2880957E3B}" type="presParOf" srcId="{42D53836-8D56-CB43-A90B-C5510EBA2526}" destId="{BCD142C3-C9B0-7747-85C2-C3BF5C326336}" srcOrd="2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C738AF-D1CB-3349-8A49-0ABCA6C0DF38}">
      <dsp:nvSpPr>
        <dsp:cNvPr id="0" name=""/>
        <dsp:cNvSpPr/>
      </dsp:nvSpPr>
      <dsp:spPr>
        <a:xfrm>
          <a:off x="75368" y="2225712"/>
          <a:ext cx="2196563" cy="878625"/>
        </a:xfrm>
        <a:prstGeom prst="chevron">
          <a:avLst/>
        </a:prstGeom>
        <a:gradFill rotWithShape="0">
          <a:gsLst>
            <a:gs pos="0">
              <a:schemeClr val="accent1">
                <a:alpha val="90000"/>
                <a:hueOff val="0"/>
                <a:satOff val="0"/>
                <a:lumOff val="0"/>
                <a:alphaOff val="0"/>
                <a:tint val="100000"/>
                <a:shade val="100000"/>
                <a:satMod val="129999"/>
              </a:schemeClr>
            </a:gs>
            <a:gs pos="100000">
              <a:schemeClr val="accent1">
                <a:alpha val="90000"/>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1</a:t>
          </a:r>
        </a:p>
      </dsp:txBody>
      <dsp:txXfrm>
        <a:off x="514681" y="2225712"/>
        <a:ext cx="1317938" cy="878625"/>
      </dsp:txXfrm>
    </dsp:sp>
    <dsp:sp modelId="{328812D9-B38D-B248-8F69-74E0284E4796}">
      <dsp:nvSpPr>
        <dsp:cNvPr id="0" name=""/>
        <dsp:cNvSpPr/>
      </dsp:nvSpPr>
      <dsp:spPr>
        <a:xfrm>
          <a:off x="1940213" y="2216978"/>
          <a:ext cx="2196563" cy="878625"/>
        </a:xfrm>
        <a:prstGeom prst="chevron">
          <a:avLst/>
        </a:prstGeom>
        <a:gradFill rotWithShape="0">
          <a:gsLst>
            <a:gs pos="0">
              <a:schemeClr val="accent1">
                <a:alpha val="90000"/>
                <a:hueOff val="0"/>
                <a:satOff val="0"/>
                <a:lumOff val="0"/>
                <a:alphaOff val="-4000"/>
                <a:tint val="100000"/>
                <a:shade val="100000"/>
                <a:satMod val="129999"/>
              </a:schemeClr>
            </a:gs>
            <a:gs pos="100000">
              <a:schemeClr val="accent1">
                <a:alpha val="90000"/>
                <a:hueOff val="0"/>
                <a:satOff val="0"/>
                <a:lumOff val="0"/>
                <a:alphaOff val="-4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2</a:t>
          </a:r>
        </a:p>
      </dsp:txBody>
      <dsp:txXfrm>
        <a:off x="2379526" y="2216978"/>
        <a:ext cx="1317938" cy="878625"/>
      </dsp:txXfrm>
    </dsp:sp>
    <dsp:sp modelId="{3A592597-B792-0243-BF43-A33966A7E312}">
      <dsp:nvSpPr>
        <dsp:cNvPr id="0" name=""/>
        <dsp:cNvSpPr/>
      </dsp:nvSpPr>
      <dsp:spPr>
        <a:xfrm>
          <a:off x="3794607" y="2214035"/>
          <a:ext cx="2196563" cy="878625"/>
        </a:xfrm>
        <a:prstGeom prst="chevron">
          <a:avLst/>
        </a:prstGeom>
        <a:gradFill rotWithShape="0">
          <a:gsLst>
            <a:gs pos="0">
              <a:schemeClr val="accent1">
                <a:alpha val="90000"/>
                <a:hueOff val="0"/>
                <a:satOff val="0"/>
                <a:lumOff val="0"/>
                <a:alphaOff val="-8000"/>
                <a:tint val="100000"/>
                <a:shade val="100000"/>
                <a:satMod val="129999"/>
              </a:schemeClr>
            </a:gs>
            <a:gs pos="100000">
              <a:schemeClr val="accent1">
                <a:alpha val="90000"/>
                <a:hueOff val="0"/>
                <a:satOff val="0"/>
                <a:lumOff val="0"/>
                <a:alphaOff val="-8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3</a:t>
          </a:r>
        </a:p>
      </dsp:txBody>
      <dsp:txXfrm>
        <a:off x="4233920" y="2214035"/>
        <a:ext cx="1317938" cy="878625"/>
      </dsp:txXfrm>
    </dsp:sp>
    <dsp:sp modelId="{E0951772-393A-0047-9404-7D73C71D488F}">
      <dsp:nvSpPr>
        <dsp:cNvPr id="0" name=""/>
        <dsp:cNvSpPr/>
      </dsp:nvSpPr>
      <dsp:spPr>
        <a:xfrm>
          <a:off x="5933403" y="3419931"/>
          <a:ext cx="2196563" cy="878625"/>
        </a:xfrm>
        <a:prstGeom prst="chevron">
          <a:avLst/>
        </a:prstGeom>
        <a:gradFill rotWithShape="0">
          <a:gsLst>
            <a:gs pos="0">
              <a:schemeClr val="accent1">
                <a:alpha val="90000"/>
                <a:hueOff val="0"/>
                <a:satOff val="0"/>
                <a:lumOff val="0"/>
                <a:alphaOff val="-12000"/>
                <a:tint val="100000"/>
                <a:shade val="100000"/>
                <a:satMod val="129999"/>
              </a:schemeClr>
            </a:gs>
            <a:gs pos="100000">
              <a:schemeClr val="accent1">
                <a:alpha val="90000"/>
                <a:hueOff val="0"/>
                <a:satOff val="0"/>
                <a:lumOff val="0"/>
                <a:alphaOff val="-12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4</a:t>
          </a:r>
        </a:p>
      </dsp:txBody>
      <dsp:txXfrm>
        <a:off x="6372716" y="3419931"/>
        <a:ext cx="1317938" cy="878625"/>
      </dsp:txXfrm>
    </dsp:sp>
    <dsp:sp modelId="{045B42A2-2A41-E74F-BD84-4F92A32371E9}">
      <dsp:nvSpPr>
        <dsp:cNvPr id="0" name=""/>
        <dsp:cNvSpPr/>
      </dsp:nvSpPr>
      <dsp:spPr>
        <a:xfrm>
          <a:off x="7910310" y="3419931"/>
          <a:ext cx="2196563" cy="878625"/>
        </a:xfrm>
        <a:prstGeom prst="chevron">
          <a:avLst/>
        </a:prstGeom>
        <a:gradFill rotWithShape="0">
          <a:gsLst>
            <a:gs pos="0">
              <a:schemeClr val="accent1">
                <a:alpha val="90000"/>
                <a:hueOff val="0"/>
                <a:satOff val="0"/>
                <a:lumOff val="0"/>
                <a:alphaOff val="-16000"/>
                <a:tint val="100000"/>
                <a:shade val="100000"/>
                <a:satMod val="129999"/>
              </a:schemeClr>
            </a:gs>
            <a:gs pos="100000">
              <a:schemeClr val="accent1">
                <a:alpha val="90000"/>
                <a:hueOff val="0"/>
                <a:satOff val="0"/>
                <a:lumOff val="0"/>
                <a:alphaOff val="-16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5</a:t>
          </a:r>
        </a:p>
      </dsp:txBody>
      <dsp:txXfrm>
        <a:off x="8349623" y="3419931"/>
        <a:ext cx="1317938" cy="878625"/>
      </dsp:txXfrm>
    </dsp:sp>
    <dsp:sp modelId="{1A371F30-F3BD-9546-BBC7-A85739E9DBA5}">
      <dsp:nvSpPr>
        <dsp:cNvPr id="0" name=""/>
        <dsp:cNvSpPr/>
      </dsp:nvSpPr>
      <dsp:spPr>
        <a:xfrm>
          <a:off x="9887218" y="3419931"/>
          <a:ext cx="2196563" cy="878625"/>
        </a:xfrm>
        <a:prstGeom prst="chevron">
          <a:avLst/>
        </a:prstGeom>
        <a:gradFill rotWithShape="0">
          <a:gsLst>
            <a:gs pos="0">
              <a:schemeClr val="accent1">
                <a:alpha val="90000"/>
                <a:hueOff val="0"/>
                <a:satOff val="0"/>
                <a:lumOff val="0"/>
                <a:alphaOff val="-20000"/>
                <a:tint val="100000"/>
                <a:shade val="100000"/>
                <a:satMod val="129999"/>
              </a:schemeClr>
            </a:gs>
            <a:gs pos="100000">
              <a:schemeClr val="accent1">
                <a:alpha val="90000"/>
                <a:hueOff val="0"/>
                <a:satOff val="0"/>
                <a:lumOff val="0"/>
                <a:alphaOff val="-20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6</a:t>
          </a:r>
        </a:p>
      </dsp:txBody>
      <dsp:txXfrm>
        <a:off x="10326531" y="3419931"/>
        <a:ext cx="1317938" cy="878625"/>
      </dsp:txXfrm>
    </dsp:sp>
    <dsp:sp modelId="{6F4B3A69-AE5B-F746-BAE4-AE1A059C75C4}">
      <dsp:nvSpPr>
        <dsp:cNvPr id="0" name=""/>
        <dsp:cNvSpPr/>
      </dsp:nvSpPr>
      <dsp:spPr>
        <a:xfrm>
          <a:off x="11864125" y="3419931"/>
          <a:ext cx="2196563" cy="878625"/>
        </a:xfrm>
        <a:prstGeom prst="chevron">
          <a:avLst/>
        </a:prstGeom>
        <a:gradFill rotWithShape="0">
          <a:gsLst>
            <a:gs pos="0">
              <a:schemeClr val="accent1">
                <a:alpha val="90000"/>
                <a:hueOff val="0"/>
                <a:satOff val="0"/>
                <a:lumOff val="0"/>
                <a:alphaOff val="-24000"/>
                <a:tint val="100000"/>
                <a:shade val="100000"/>
                <a:satMod val="129999"/>
              </a:schemeClr>
            </a:gs>
            <a:gs pos="100000">
              <a:schemeClr val="accent1">
                <a:alpha val="90000"/>
                <a:hueOff val="0"/>
                <a:satOff val="0"/>
                <a:lumOff val="0"/>
                <a:alphaOff val="-24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7</a:t>
          </a:r>
        </a:p>
      </dsp:txBody>
      <dsp:txXfrm>
        <a:off x="12303438" y="3419931"/>
        <a:ext cx="1317938" cy="878625"/>
      </dsp:txXfrm>
    </dsp:sp>
    <dsp:sp modelId="{D7152B10-C1C0-724D-A1D5-CD4A151BD2F3}">
      <dsp:nvSpPr>
        <dsp:cNvPr id="0" name=""/>
        <dsp:cNvSpPr/>
      </dsp:nvSpPr>
      <dsp:spPr>
        <a:xfrm>
          <a:off x="13841032" y="3419931"/>
          <a:ext cx="2196563" cy="878625"/>
        </a:xfrm>
        <a:prstGeom prst="chevron">
          <a:avLst/>
        </a:prstGeom>
        <a:gradFill rotWithShape="0">
          <a:gsLst>
            <a:gs pos="0">
              <a:schemeClr val="accent1">
                <a:alpha val="90000"/>
                <a:hueOff val="0"/>
                <a:satOff val="0"/>
                <a:lumOff val="0"/>
                <a:alphaOff val="-28000"/>
                <a:tint val="100000"/>
                <a:shade val="100000"/>
                <a:satMod val="129999"/>
              </a:schemeClr>
            </a:gs>
            <a:gs pos="100000">
              <a:schemeClr val="accent1">
                <a:alpha val="90000"/>
                <a:hueOff val="0"/>
                <a:satOff val="0"/>
                <a:lumOff val="0"/>
                <a:alphaOff val="-28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8</a:t>
          </a:r>
        </a:p>
      </dsp:txBody>
      <dsp:txXfrm>
        <a:off x="14280345" y="3419931"/>
        <a:ext cx="1317938" cy="878625"/>
      </dsp:txXfrm>
    </dsp:sp>
    <dsp:sp modelId="{098AFD9B-A3A4-A34A-A5E4-E334D64AFEDD}">
      <dsp:nvSpPr>
        <dsp:cNvPr id="0" name=""/>
        <dsp:cNvSpPr/>
      </dsp:nvSpPr>
      <dsp:spPr>
        <a:xfrm>
          <a:off x="15817939" y="3419931"/>
          <a:ext cx="2196563" cy="878625"/>
        </a:xfrm>
        <a:prstGeom prst="chevron">
          <a:avLst/>
        </a:prstGeom>
        <a:gradFill rotWithShape="0">
          <a:gsLst>
            <a:gs pos="0">
              <a:schemeClr val="accent1">
                <a:alpha val="90000"/>
                <a:hueOff val="0"/>
                <a:satOff val="0"/>
                <a:lumOff val="0"/>
                <a:alphaOff val="-32000"/>
                <a:tint val="100000"/>
                <a:shade val="100000"/>
                <a:satMod val="129999"/>
              </a:schemeClr>
            </a:gs>
            <a:gs pos="100000">
              <a:schemeClr val="accent1">
                <a:alpha val="90000"/>
                <a:hueOff val="0"/>
                <a:satOff val="0"/>
                <a:lumOff val="0"/>
                <a:alphaOff val="-32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9</a:t>
          </a:r>
        </a:p>
      </dsp:txBody>
      <dsp:txXfrm>
        <a:off x="16257252" y="3419931"/>
        <a:ext cx="1317938" cy="878625"/>
      </dsp:txXfrm>
    </dsp:sp>
    <dsp:sp modelId="{8403064A-365B-5F49-AFA7-1150919E6F4D}">
      <dsp:nvSpPr>
        <dsp:cNvPr id="0" name=""/>
        <dsp:cNvSpPr/>
      </dsp:nvSpPr>
      <dsp:spPr>
        <a:xfrm>
          <a:off x="17794847" y="3419931"/>
          <a:ext cx="2196563" cy="878625"/>
        </a:xfrm>
        <a:prstGeom prst="chevron">
          <a:avLst/>
        </a:prstGeom>
        <a:gradFill rotWithShape="0">
          <a:gsLst>
            <a:gs pos="0">
              <a:schemeClr val="accent1">
                <a:alpha val="90000"/>
                <a:hueOff val="0"/>
                <a:satOff val="0"/>
                <a:lumOff val="0"/>
                <a:alphaOff val="-36000"/>
                <a:tint val="100000"/>
                <a:shade val="100000"/>
                <a:satMod val="129999"/>
              </a:schemeClr>
            </a:gs>
            <a:gs pos="100000">
              <a:schemeClr val="accent1">
                <a:alpha val="90000"/>
                <a:hueOff val="0"/>
                <a:satOff val="0"/>
                <a:lumOff val="0"/>
                <a:alphaOff val="-36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10</a:t>
          </a:r>
        </a:p>
      </dsp:txBody>
      <dsp:txXfrm>
        <a:off x="18234160" y="3419931"/>
        <a:ext cx="1317938" cy="878625"/>
      </dsp:txXfrm>
    </dsp:sp>
    <dsp:sp modelId="{BCD142C3-C9B0-7747-85C2-C3BF5C326336}">
      <dsp:nvSpPr>
        <dsp:cNvPr id="0" name=""/>
        <dsp:cNvSpPr/>
      </dsp:nvSpPr>
      <dsp:spPr>
        <a:xfrm>
          <a:off x="19771754" y="3419931"/>
          <a:ext cx="2196563" cy="878625"/>
        </a:xfrm>
        <a:prstGeom prst="chevron">
          <a:avLst/>
        </a:prstGeom>
        <a:gradFill rotWithShape="0">
          <a:gsLst>
            <a:gs pos="0">
              <a:schemeClr val="accent1">
                <a:alpha val="90000"/>
                <a:hueOff val="0"/>
                <a:satOff val="0"/>
                <a:lumOff val="0"/>
                <a:alphaOff val="-40000"/>
                <a:tint val="100000"/>
                <a:shade val="100000"/>
                <a:satMod val="129999"/>
              </a:schemeClr>
            </a:gs>
            <a:gs pos="100000">
              <a:schemeClr val="accent1">
                <a:alpha val="90000"/>
                <a:hueOff val="0"/>
                <a:satOff val="0"/>
                <a:lumOff val="0"/>
                <a:alphaOff val="-40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11</a:t>
          </a:r>
        </a:p>
      </dsp:txBody>
      <dsp:txXfrm>
        <a:off x="20211067" y="3419931"/>
        <a:ext cx="1317938" cy="87862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1" name="Shape 151"/>
          <p:cNvSpPr>
            <a:spLocks noGrp="1" noRot="1" noChangeAspect="1"/>
          </p:cNvSpPr>
          <p:nvPr>
            <p:ph type="sldImg"/>
          </p:nvPr>
        </p:nvSpPr>
        <p:spPr>
          <a:xfrm>
            <a:off x="1143000" y="685800"/>
            <a:ext cx="4572000" cy="3429000"/>
          </a:xfrm>
          <a:prstGeom prst="rect">
            <a:avLst/>
          </a:prstGeom>
        </p:spPr>
        <p:txBody>
          <a:bodyPr/>
          <a:lstStyle/>
          <a:p>
            <a:endParaRPr/>
          </a:p>
        </p:txBody>
      </p:sp>
      <p:sp>
        <p:nvSpPr>
          <p:cNvPr id="152" name="Shape 15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1851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AU" sz="2200" i="1" dirty="0">
                <a:effectLst/>
                <a:latin typeface="Helvetica Neue"/>
                <a:ea typeface="Helvetica Neue"/>
                <a:cs typeface="Helvetica Neue"/>
                <a:sym typeface="Helvetica Neue"/>
              </a:rPr>
              <a:t>This is usually done with post it notes and whiteboard arrangement, but they may use Miro, Confluence or Figma instead when they do their own in groupwork tim</a:t>
            </a:r>
            <a:r>
              <a:rPr lang="en-AU" sz="2200" dirty="0">
                <a:effectLst/>
                <a:latin typeface="Helvetica Neue"/>
                <a:ea typeface="Helvetica Neue"/>
                <a:cs typeface="Helvetica Neue"/>
                <a:sym typeface="Helvetica Neue"/>
              </a:rPr>
              <a:t>e</a:t>
            </a:r>
            <a:br>
              <a:rPr lang="en-AU" sz="2200" dirty="0">
                <a:effectLst/>
                <a:latin typeface="Helvetica Neue"/>
                <a:ea typeface="Helvetica Neue"/>
                <a:cs typeface="Helvetica Neue"/>
                <a:sym typeface="Helvetica Neue"/>
              </a:rPr>
            </a:br>
            <a:endParaRPr lang="en-AU" sz="2200" dirty="0">
              <a:effectLst/>
              <a:latin typeface="Helvetica Neue"/>
              <a:ea typeface="Helvetica Neue"/>
              <a:cs typeface="Helvetica Neue"/>
              <a:sym typeface="Helvetica Neue"/>
            </a:endParaRPr>
          </a:p>
          <a:p>
            <a:r>
              <a:rPr lang="en-AU" sz="2200" i="1" dirty="0">
                <a:effectLst/>
                <a:latin typeface="Helvetica Neue"/>
                <a:ea typeface="Helvetica Neue"/>
                <a:cs typeface="Helvetica Neue"/>
                <a:sym typeface="Helvetica Neue"/>
              </a:rPr>
              <a:t>Ask each student in the class to write down a task, that they would do with the personal finance software– you can write tasks that are not currently part of the platform, but you would like for them to be. We want to have a lot of tasks- so that we can easily demonstrate slicing into releases, perhaps you can write a few tasks yourself in the beginning to show how it is done. An example task may be “Enter recurring bill for budgeting”. </a:t>
            </a:r>
            <a:br>
              <a:rPr lang="en-AU" sz="2200" dirty="0">
                <a:effectLst/>
                <a:latin typeface="Helvetica Neue"/>
                <a:ea typeface="Helvetica Neue"/>
                <a:cs typeface="Helvetica Neue"/>
                <a:sym typeface="Helvetica Neue"/>
              </a:rPr>
            </a:br>
            <a:endParaRPr lang="en-AU" sz="2200" i="1" dirty="0">
              <a:effectLst/>
              <a:latin typeface="Helvetica Neue"/>
              <a:ea typeface="Helvetica Neue"/>
              <a:cs typeface="Helvetica Neue"/>
              <a:sym typeface="Helvetica Neue"/>
            </a:endParaRPr>
          </a:p>
          <a:p>
            <a:r>
              <a:rPr lang="en-AU" sz="2200" i="1" dirty="0">
                <a:effectLst/>
                <a:latin typeface="Helvetica Neue"/>
                <a:ea typeface="Helvetica Neue"/>
                <a:cs typeface="Helvetica Neue"/>
                <a:sym typeface="Helvetica Neue"/>
              </a:rPr>
              <a:t> Comment on what you are doing to the students. Then ask students which tasks are performed regularly and put those tasks on top. In the next round, please ask students what they use every time that they use a personal finance platform. And in the final round ask them what tasks they would not be able to sacrifice – so without these activities the product would not exist. It should look something like the next page.</a:t>
            </a:r>
          </a:p>
          <a:p>
            <a:endParaRPr lang="en-US" dirty="0"/>
          </a:p>
        </p:txBody>
      </p:sp>
    </p:spTree>
    <p:extLst>
      <p:ext uri="{BB962C8B-B14F-4D97-AF65-F5344CB8AC3E}">
        <p14:creationId xmlns:p14="http://schemas.microsoft.com/office/powerpoint/2010/main" val="615995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You will have different steps and user tasks in each release based on prioritizing what is vital to the software in addressing the needs of the user AND producing something unique to them (UVP from last week).  This means your MVP release 1 should have vital software features to address user needs (and possibly account creation etc.) as well as your unique value proposition.  Release 2 will add additional features which are not vital to operation but still add value for your users, or open the functionality up to a broader target audience. Each Release after the MVP will address bugs in the previous release, while adding something useful.  In the next 5-6 weeks you should only have 2-3 releases but you may map a 4</a:t>
            </a:r>
            <a:r>
              <a:rPr lang="en-US" b="1" baseline="30000" dirty="0"/>
              <a:t>th</a:t>
            </a:r>
            <a:r>
              <a:rPr lang="en-US" b="1" dirty="0"/>
              <a:t> as you will be asked to address next steps in your final assessments. </a:t>
            </a:r>
          </a:p>
        </p:txBody>
      </p:sp>
    </p:spTree>
    <p:extLst>
      <p:ext uri="{BB962C8B-B14F-4D97-AF65-F5344CB8AC3E}">
        <p14:creationId xmlns:p14="http://schemas.microsoft.com/office/powerpoint/2010/main" val="72662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1" dirty="0"/>
              <a:t>As always, leave 5-10mins for wrap up and be helping the groups/checking </a:t>
            </a:r>
            <a:r>
              <a:rPr lang="en-US" i="1"/>
              <a:t>on progress.</a:t>
            </a:r>
            <a:endParaRPr lang="en-US" i="1" dirty="0"/>
          </a:p>
        </p:txBody>
      </p:sp>
    </p:spTree>
    <p:extLst>
      <p:ext uri="{BB962C8B-B14F-4D97-AF65-F5344CB8AC3E}">
        <p14:creationId xmlns:p14="http://schemas.microsoft.com/office/powerpoint/2010/main" val="2484940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987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solidFill>
          <a:srgbClr val="FFFFFF"/>
        </a:solidFill>
        <a:effectLst/>
      </p:bgPr>
    </p:bg>
    <p:spTree>
      <p:nvGrpSpPr>
        <p:cNvPr id="1" name=""/>
        <p:cNvGrpSpPr/>
        <p:nvPr/>
      </p:nvGrpSpPr>
      <p:grpSpPr>
        <a:xfrm>
          <a:off x="0" y="0"/>
          <a:ext cx="0" cy="0"/>
          <a:chOff x="0" y="0"/>
          <a:chExt cx="0" cy="0"/>
        </a:xfrm>
      </p:grpSpPr>
      <p:pic>
        <p:nvPicPr>
          <p:cNvPr id="11"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12"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a:solidFill>
                  <a:srgbClr val="000000"/>
                </a:solidFill>
                <a:latin typeface="+mn-lt"/>
                <a:ea typeface="+mn-ea"/>
                <a:cs typeface="+mn-cs"/>
                <a:sym typeface="Clancy Bold"/>
              </a:defRPr>
            </a:lvl1pPr>
          </a:lstStyle>
          <a:p>
            <a:r>
              <a:t>Author and Date</a:t>
            </a:r>
          </a:p>
        </p:txBody>
      </p:sp>
      <p:sp>
        <p:nvSpPr>
          <p:cNvPr id="13"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solidFill>
                  <a:srgbClr val="000000"/>
                </a:solidFill>
              </a:defRPr>
            </a:lvl1pPr>
          </a:lstStyle>
          <a:p>
            <a:r>
              <a:t>Presentation Title</a:t>
            </a:r>
          </a:p>
        </p:txBody>
      </p:sp>
      <p:sp>
        <p:nvSpPr>
          <p:cNvPr id="14"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Presentation Subtitle</a:t>
            </a:r>
          </a:p>
          <a:p>
            <a:pPr lvl="1"/>
            <a:endParaRPr/>
          </a:p>
          <a:p>
            <a:pPr lvl="2"/>
            <a:endParaRPr/>
          </a:p>
          <a:p>
            <a:pPr lvl="3"/>
            <a:endParaRPr/>
          </a:p>
          <a:p>
            <a:pPr lvl="4"/>
            <a:endParaRPr/>
          </a:p>
        </p:txBody>
      </p:sp>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2" name="666699290_02_crop_3159x1892.jpg"/>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3"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solidFill>
                  <a:srgbClr val="000000"/>
                </a:solidFill>
              </a:defRPr>
            </a:lvl1pPr>
          </a:lstStyle>
          <a:p>
            <a:r>
              <a:t>Presentation Title</a:t>
            </a:r>
          </a:p>
        </p:txBody>
      </p:sp>
      <p:sp>
        <p:nvSpPr>
          <p:cNvPr id="24"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a:solidFill>
                  <a:srgbClr val="000000"/>
                </a:solidFill>
                <a:latin typeface="+mn-lt"/>
                <a:ea typeface="+mn-ea"/>
                <a:cs typeface="+mn-cs"/>
                <a:sym typeface="Clancy Bold"/>
              </a:defRPr>
            </a:lvl1pPr>
          </a:lstStyle>
          <a:p>
            <a:r>
              <a:t>Author and Date</a:t>
            </a:r>
          </a:p>
        </p:txBody>
      </p:sp>
      <p:sp>
        <p:nvSpPr>
          <p:cNvPr id="25"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Presentation Subtitle</a:t>
            </a:r>
          </a:p>
          <a:p>
            <a:pPr lvl="1"/>
            <a:endParaRPr/>
          </a:p>
          <a:p>
            <a:pPr lvl="2"/>
            <a:endParaRPr/>
          </a:p>
          <a:p>
            <a:pPr lvl="3"/>
            <a:endParaRPr/>
          </a:p>
          <a:p>
            <a:pPr lvl="4"/>
            <a:endParaRP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bg>
      <p:bgPr>
        <a:solidFill>
          <a:srgbClr val="FFFFFF"/>
        </a:solidFill>
        <a:effectLst/>
      </p:bgPr>
    </p:bg>
    <p:spTree>
      <p:nvGrpSpPr>
        <p:cNvPr id="1" name=""/>
        <p:cNvGrpSpPr/>
        <p:nvPr/>
      </p:nvGrpSpPr>
      <p:grpSpPr>
        <a:xfrm>
          <a:off x="0" y="0"/>
          <a:ext cx="0" cy="0"/>
          <a:chOff x="0" y="0"/>
          <a:chExt cx="0" cy="0"/>
        </a:xfrm>
      </p:grpSpPr>
      <p:sp>
        <p:nvSpPr>
          <p:cNvPr id="33" name="910457886_1434x1669.jpg"/>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4"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5"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Slide Subtitle</a:t>
            </a:r>
          </a:p>
          <a:p>
            <a:pPr lvl="1"/>
            <a:endParaRPr/>
          </a:p>
          <a:p>
            <a:pPr lvl="2"/>
            <a:endParaRPr/>
          </a:p>
          <a:p>
            <a:pPr lvl="3"/>
            <a:endParaRPr/>
          </a:p>
          <a:p>
            <a:pPr lvl="4"/>
            <a:endParaRPr/>
          </a:p>
        </p:txBody>
      </p:sp>
      <p:sp>
        <p:nvSpPr>
          <p:cNvPr id="36"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3" name="Slide Title"/>
          <p:cNvSpPr txBox="1">
            <a:spLocks noGrp="1"/>
          </p:cNvSpPr>
          <p:nvPr>
            <p:ph type="title" hasCustomPrompt="1"/>
          </p:nvPr>
        </p:nvSpPr>
        <p:spPr>
          <a:prstGeom prst="rect">
            <a:avLst/>
          </a:prstGeom>
        </p:spPr>
        <p:txBody>
          <a:bodyPr/>
          <a:lstStyle/>
          <a:p>
            <a:r>
              <a:t>Slide Title</a:t>
            </a:r>
          </a:p>
        </p:txBody>
      </p:sp>
      <p:sp>
        <p:nvSpPr>
          <p:cNvPr id="44"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45"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bg>
      <p:bgPr>
        <a:solidFill>
          <a:srgbClr val="FFFFFF"/>
        </a:solidFill>
        <a:effectLst/>
      </p:bgPr>
    </p:bg>
    <p:spTree>
      <p:nvGrpSpPr>
        <p:cNvPr id="1" name=""/>
        <p:cNvGrpSpPr/>
        <p:nvPr/>
      </p:nvGrpSpPr>
      <p:grpSpPr>
        <a:xfrm>
          <a:off x="0" y="0"/>
          <a:ext cx="0" cy="0"/>
          <a:chOff x="0" y="0"/>
          <a:chExt cx="0" cy="0"/>
        </a:xfrm>
      </p:grpSpPr>
      <p:sp>
        <p:nvSpPr>
          <p:cNvPr id="53"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bg>
      <p:bgPr>
        <a:solidFill>
          <a:srgbClr val="FFFFFF"/>
        </a:solidFill>
        <a:effectLst/>
      </p:bgPr>
    </p:bg>
    <p:spTree>
      <p:nvGrpSpPr>
        <p:cNvPr id="1" name=""/>
        <p:cNvGrpSpPr/>
        <p:nvPr/>
      </p:nvGrpSpPr>
      <p:grpSpPr>
        <a:xfrm>
          <a:off x="0" y="0"/>
          <a:ext cx="0" cy="0"/>
          <a:chOff x="0" y="0"/>
          <a:chExt cx="0" cy="0"/>
        </a:xfrm>
      </p:grpSpPr>
      <p:sp>
        <p:nvSpPr>
          <p:cNvPr id="6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6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3" name="660384004_1290x1720.jpg"/>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4"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solidFill>
          <a:srgbClr val="FFFFFF"/>
        </a:solidFill>
        <a:effectLst/>
      </p:bgPr>
    </p:bg>
    <p:spTree>
      <p:nvGrpSpPr>
        <p:cNvPr id="1" name=""/>
        <p:cNvGrpSpPr/>
        <p:nvPr/>
      </p:nvGrpSpPr>
      <p:grpSpPr>
        <a:xfrm>
          <a:off x="0" y="0"/>
          <a:ext cx="0" cy="0"/>
          <a:chOff x="0" y="0"/>
          <a:chExt cx="0" cy="0"/>
        </a:xfrm>
      </p:grpSpPr>
      <p:pic>
        <p:nvPicPr>
          <p:cNvPr id="72"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73"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spc="-232">
                <a:solidFill>
                  <a:srgbClr val="000000"/>
                </a:solidFill>
                <a:latin typeface="Clancy Regular"/>
                <a:ea typeface="Clancy Regular"/>
                <a:cs typeface="Clancy Regular"/>
                <a:sym typeface="Clancy Regular"/>
              </a:defRPr>
            </a:lvl1pPr>
          </a:lstStyle>
          <a:p>
            <a:r>
              <a:t>Section Title</a:t>
            </a:r>
          </a:p>
        </p:txBody>
      </p:sp>
      <p:sp>
        <p:nvSpPr>
          <p:cNvPr id="74"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bg>
      <p:bgPr>
        <a:solidFill>
          <a:srgbClr val="FFFFFF"/>
        </a:solidFill>
        <a:effectLst/>
      </p:bgPr>
    </p:bg>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bg>
      <p:bgPr>
        <a:solidFill>
          <a:srgbClr val="FFFFFF"/>
        </a:solidFill>
        <a:effectLst/>
      </p:bgPr>
    </p:bg>
    <p:spTree>
      <p:nvGrpSpPr>
        <p:cNvPr id="1" name=""/>
        <p:cNvGrpSpPr/>
        <p:nvPr/>
      </p:nvGrpSpPr>
      <p:grpSpPr>
        <a:xfrm>
          <a:off x="0" y="0"/>
          <a:ext cx="0" cy="0"/>
          <a:chOff x="0" y="0"/>
          <a:chExt cx="0" cy="0"/>
        </a:xfrm>
      </p:grpSpPr>
      <p:sp>
        <p:nvSpPr>
          <p:cNvPr id="90"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91"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Agenda Subtitle</a:t>
            </a:r>
          </a:p>
        </p:txBody>
      </p:sp>
      <p:sp>
        <p:nvSpPr>
          <p:cNvPr id="92"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1pPr>
            <a:lvl2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2pPr>
            <a:lvl3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3pPr>
            <a:lvl4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4pPr>
            <a:lvl5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5pPr>
          </a:lstStyle>
          <a:p>
            <a:r>
              <a:t>Agenda Topics</a:t>
            </a:r>
          </a:p>
          <a:p>
            <a:pPr lvl="1"/>
            <a:endParaRPr/>
          </a:p>
          <a:p>
            <a:pPr lvl="2"/>
            <a:endParaRPr/>
          </a:p>
          <a:p>
            <a:pPr lvl="3"/>
            <a:endParaRPr/>
          </a:p>
          <a:p>
            <a:pPr lvl="4"/>
            <a:endParaRP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bg>
      <p:bgPr>
        <a:solidFill>
          <a:srgbClr val="FFFFFF"/>
        </a:solidFill>
        <a:effectLst/>
      </p:bgPr>
    </p:bg>
    <p:spTree>
      <p:nvGrpSpPr>
        <p:cNvPr id="1" name=""/>
        <p:cNvGrpSpPr/>
        <p:nvPr/>
      </p:nvGrpSpPr>
      <p:grpSpPr>
        <a:xfrm>
          <a:off x="0" y="0"/>
          <a:ext cx="0" cy="0"/>
          <a:chOff x="0" y="0"/>
          <a:chExt cx="0" cy="0"/>
        </a:xfrm>
      </p:grpSpPr>
      <p:pic>
        <p:nvPicPr>
          <p:cNvPr id="100"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101"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1pPr>
            <a:lvl2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2pPr>
            <a:lvl3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3pPr>
            <a:lvl4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4pPr>
            <a:lvl5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5pPr>
          </a:lstStyle>
          <a:p>
            <a:r>
              <a:t>Statement</a:t>
            </a:r>
          </a:p>
          <a:p>
            <a:pPr lvl="1"/>
            <a:endParaRPr/>
          </a:p>
          <a:p>
            <a:pPr lvl="2"/>
            <a:endParaRPr/>
          </a:p>
          <a:p>
            <a:pPr lvl="3"/>
            <a:endParaRPr/>
          </a:p>
          <a:p>
            <a:pPr lvl="4"/>
            <a:endParaRP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bg>
      <p:bgPr>
        <a:solidFill>
          <a:srgbClr val="FFFFFF"/>
        </a:solidFill>
        <a:effectLst/>
      </p:bgPr>
    </p:bg>
    <p:spTree>
      <p:nvGrpSpPr>
        <p:cNvPr id="1" name=""/>
        <p:cNvGrpSpPr/>
        <p:nvPr/>
      </p:nvGrpSpPr>
      <p:grpSpPr>
        <a:xfrm>
          <a:off x="0" y="0"/>
          <a:ext cx="0" cy="0"/>
          <a:chOff x="0" y="0"/>
          <a:chExt cx="0" cy="0"/>
        </a:xfrm>
      </p:grpSpPr>
      <p:sp>
        <p:nvSpPr>
          <p:cNvPr id="109"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1pPr>
            <a:lvl2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2pPr>
            <a:lvl3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3pPr>
            <a:lvl4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4pPr>
            <a:lvl5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5pPr>
          </a:lstStyle>
          <a:p>
            <a:r>
              <a:t>100%</a:t>
            </a:r>
          </a:p>
          <a:p>
            <a:pPr lvl="1"/>
            <a:endParaRPr/>
          </a:p>
          <a:p>
            <a:pPr lvl="2"/>
            <a:endParaRPr/>
          </a:p>
          <a:p>
            <a:pPr lvl="3"/>
            <a:endParaRPr/>
          </a:p>
          <a:p>
            <a:pPr lvl="4"/>
            <a:endParaRPr/>
          </a:p>
        </p:txBody>
      </p:sp>
      <p:sp>
        <p:nvSpPr>
          <p:cNvPr id="110"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solidFill>
                  <a:srgbClr val="000000"/>
                </a:solidFill>
                <a:latin typeface="Helvetica Neue"/>
                <a:ea typeface="Helvetica Neue"/>
                <a:cs typeface="Helvetica Neue"/>
                <a:sym typeface="Helvetica Neue"/>
              </a:defRPr>
            </a:lvl1pPr>
          </a:lstStyle>
          <a:p>
            <a:r>
              <a:t>Fact information</a:t>
            </a: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bg>
      <p:bgPr>
        <a:solidFill>
          <a:srgbClr val="FFFFFF"/>
        </a:solidFill>
        <a:effectLst/>
      </p:bgPr>
    </p:bg>
    <p:spTree>
      <p:nvGrpSpPr>
        <p:cNvPr id="1" name=""/>
        <p:cNvGrpSpPr/>
        <p:nvPr/>
      </p:nvGrpSpPr>
      <p:grpSpPr>
        <a:xfrm>
          <a:off x="0" y="0"/>
          <a:ext cx="0" cy="0"/>
          <a:chOff x="0" y="0"/>
          <a:chExt cx="0" cy="0"/>
        </a:xfrm>
      </p:grpSpPr>
      <p:sp>
        <p:nvSpPr>
          <p:cNvPr id="118"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solidFill>
                  <a:srgbClr val="000000"/>
                </a:solidFill>
                <a:latin typeface="Helvetica Neue"/>
                <a:ea typeface="Helvetica Neue"/>
                <a:cs typeface="Helvetica Neue"/>
                <a:sym typeface="Helvetica Neue"/>
              </a:defRPr>
            </a:lvl1pPr>
          </a:lstStyle>
          <a:p>
            <a:r>
              <a:t>Attribution</a:t>
            </a:r>
          </a:p>
        </p:txBody>
      </p:sp>
      <p:sp>
        <p:nvSpPr>
          <p:cNvPr id="119"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1pPr>
            <a:lvl2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2pPr>
            <a:lvl3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3pPr>
            <a:lvl4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4pPr>
            <a:lvl5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bg>
      <p:bgPr>
        <a:solidFill>
          <a:srgbClr val="FFFFFF"/>
        </a:solidFill>
        <a:effectLst/>
      </p:bgPr>
    </p:bg>
    <p:spTree>
      <p:nvGrpSpPr>
        <p:cNvPr id="1" name=""/>
        <p:cNvGrpSpPr/>
        <p:nvPr/>
      </p:nvGrpSpPr>
      <p:grpSpPr>
        <a:xfrm>
          <a:off x="0" y="0"/>
          <a:ext cx="0" cy="0"/>
          <a:chOff x="0" y="0"/>
          <a:chExt cx="0" cy="0"/>
        </a:xfrm>
      </p:grpSpPr>
      <p:sp>
        <p:nvSpPr>
          <p:cNvPr id="127" name="Image"/>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28" name="Image"/>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29" name="Imag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37" name="Image"/>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38"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solidFill>
        <a:effectLst/>
      </p:bgPr>
    </p:bg>
    <p:spTree>
      <p:nvGrpSpPr>
        <p:cNvPr id="1" name=""/>
        <p:cNvGrpSpPr/>
        <p:nvPr/>
      </p:nvGrpSpPr>
      <p:grpSpPr>
        <a:xfrm>
          <a:off x="0" y="0"/>
          <a:ext cx="0" cy="0"/>
          <a:chOff x="0" y="0"/>
          <a:chExt cx="0" cy="0"/>
        </a:xfrm>
      </p:grpSpPr>
      <p:sp>
        <p:nvSpPr>
          <p:cNvPr id="1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1pPr>
      <a:lvl2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2pPr>
      <a:lvl3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3pPr>
      <a:lvl4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4pPr>
      <a:lvl5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5pPr>
      <a:lvl6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6pPr>
      <a:lvl7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7pPr>
      <a:lvl8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8pPr>
      <a:lvl9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Design Next, June 2021"/>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lnSpcReduction="10000"/>
          </a:bodyPr>
          <a:lstStyle/>
          <a:p>
            <a:r>
              <a:rPr lang="en-AU" dirty="0"/>
              <a:t>SENG</a:t>
            </a:r>
            <a:r>
              <a:rPr dirty="0"/>
              <a:t>, </a:t>
            </a:r>
            <a:r>
              <a:rPr lang="en-AU" dirty="0"/>
              <a:t>T2</a:t>
            </a:r>
            <a:r>
              <a:rPr dirty="0"/>
              <a:t> 202</a:t>
            </a:r>
            <a:r>
              <a:rPr lang="en-AU" dirty="0"/>
              <a:t>6</a:t>
            </a:r>
            <a:endParaRPr dirty="0"/>
          </a:p>
        </p:txBody>
      </p:sp>
      <p:sp>
        <p:nvSpPr>
          <p:cNvPr id="155" name="Week 1 User research plan"/>
          <p:cNvSpPr txBox="1">
            <a:spLocks noGrp="1"/>
          </p:cNvSpPr>
          <p:nvPr>
            <p:ph type="ctrTitle"/>
          </p:nvPr>
        </p:nvSpPr>
        <p:spPr>
          <a:prstGeom prst="rect">
            <a:avLst/>
          </a:prstGeom>
        </p:spPr>
        <p:txBody>
          <a:bodyPr/>
          <a:lstStyle/>
          <a:p>
            <a:r>
              <a:rPr dirty="0"/>
              <a:t>Week </a:t>
            </a:r>
            <a:r>
              <a:rPr lang="en-AU" dirty="0"/>
              <a:t>4</a:t>
            </a:r>
            <a:r>
              <a:rPr dirty="0"/>
              <a:t> </a:t>
            </a:r>
            <a:r>
              <a:rPr lang="en-AU" dirty="0"/>
              <a:t>Mapping User Stories</a:t>
            </a:r>
            <a:endParaRPr dirty="0"/>
          </a:p>
        </p:txBody>
      </p:sp>
      <p:sp>
        <p:nvSpPr>
          <p:cNvPr id="156" name="DESN2000 Workshop"/>
          <p:cNvSpPr txBox="1">
            <a:spLocks noGrp="1"/>
          </p:cNvSpPr>
          <p:nvPr>
            <p:ph type="subTitle" sz="quarter" idx="1"/>
          </p:nvPr>
        </p:nvSpPr>
        <p:spPr>
          <a:prstGeom prst="rect">
            <a:avLst/>
          </a:prstGeom>
        </p:spPr>
        <p:txBody>
          <a:bodyPr/>
          <a:lstStyle>
            <a:lvl1pPr>
              <a:defRPr>
                <a:solidFill>
                  <a:srgbClr val="000000"/>
                </a:solidFill>
              </a:defRPr>
            </a:lvl1pPr>
          </a:lstStyle>
          <a:p>
            <a:r>
              <a:rPr dirty="0"/>
              <a:t>DESN2000 </a:t>
            </a:r>
            <a:r>
              <a:rPr lang="en-AU" dirty="0"/>
              <a:t>SENG </a:t>
            </a:r>
            <a:r>
              <a:rPr dirty="0"/>
              <a:t>Workshop</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Overview – Making a research plan"/>
          <p:cNvSpPr txBox="1">
            <a:spLocks noGrp="1"/>
          </p:cNvSpPr>
          <p:nvPr>
            <p:ph type="title"/>
          </p:nvPr>
        </p:nvSpPr>
        <p:spPr>
          <a:prstGeom prst="rect">
            <a:avLst/>
          </a:prstGeom>
        </p:spPr>
        <p:txBody>
          <a:bodyPr/>
          <a:lstStyle/>
          <a:p>
            <a:r>
              <a:rPr dirty="0"/>
              <a:t>Overview – </a:t>
            </a:r>
            <a:r>
              <a:rPr lang="en-AU" dirty="0"/>
              <a:t>Mapping User Stories</a:t>
            </a:r>
            <a:endParaRPr dirty="0"/>
          </a:p>
        </p:txBody>
      </p:sp>
      <p:sp>
        <p:nvSpPr>
          <p:cNvPr id="159" name="1 hour workshop"/>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2</a:t>
            </a:r>
            <a:r>
              <a:rPr dirty="0"/>
              <a:t> hour workshop</a:t>
            </a:r>
          </a:p>
        </p:txBody>
      </p:sp>
      <p:sp>
        <p:nvSpPr>
          <p:cNvPr id="160" name="Introduction…"/>
          <p:cNvSpPr txBox="1">
            <a:spLocks noGrp="1"/>
          </p:cNvSpPr>
          <p:nvPr>
            <p:ph type="body" idx="1"/>
          </p:nvPr>
        </p:nvSpPr>
        <p:spPr>
          <a:xfrm>
            <a:off x="1206500" y="3994504"/>
            <a:ext cx="21971000" cy="7218041"/>
          </a:xfrm>
          <a:prstGeom prst="rect">
            <a:avLst/>
          </a:prstGeom>
        </p:spPr>
        <p:txBody>
          <a:bodyPr>
            <a:normAutofit/>
          </a:bodyPr>
          <a:lstStyle/>
          <a:p>
            <a:r>
              <a:rPr lang="en-AU" dirty="0"/>
              <a:t>Intro</a:t>
            </a:r>
          </a:p>
          <a:p>
            <a:r>
              <a:rPr lang="en-AU" dirty="0"/>
              <a:t>Mapping user stories from last week</a:t>
            </a:r>
          </a:p>
          <a:p>
            <a:r>
              <a:rPr lang="en-AU" dirty="0"/>
              <a:t>Group Work – read project brief/start thinking who is this for/</a:t>
            </a:r>
            <a:endParaRPr dirty="0"/>
          </a:p>
          <a:p>
            <a:endParaRPr dirty="0"/>
          </a:p>
        </p:txBody>
      </p:sp>
      <p:graphicFrame>
        <p:nvGraphicFramePr>
          <p:cNvPr id="161" name="Table"/>
          <p:cNvGraphicFramePr/>
          <p:nvPr>
            <p:extLst>
              <p:ext uri="{D42A27DB-BD31-4B8C-83A1-F6EECF244321}">
                <p14:modId xmlns:p14="http://schemas.microsoft.com/office/powerpoint/2010/main" val="2923786981"/>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60000"/>
                        <a:lumOff val="40000"/>
                      </a:schemeClr>
                    </a:solidFill>
                  </a:tcPr>
                </a:tc>
                <a:tc>
                  <a:txBody>
                    <a:bodyPr/>
                    <a:lstStyle/>
                    <a:p>
                      <a:pPr defTabSz="914400"/>
                      <a:r>
                        <a:rPr lang="en-AU" sz="2500" dirty="0"/>
                        <a:t>Mapping User Stories</a:t>
                      </a:r>
                      <a:endParaRPr sz="2500" dirty="0"/>
                    </a:p>
                  </a:txBody>
                  <a:tcPr marL="50800" marR="50800" marT="50800" marB="50800" anchor="ctr" horzOverflow="overflow">
                    <a:solidFill>
                      <a:schemeClr val="accent1">
                        <a:lumMod val="20000"/>
                        <a:lumOff val="8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60000"/>
                        <a:lumOff val="40000"/>
                      </a:schemeClr>
                    </a:solidFill>
                  </a:tcPr>
                </a:tc>
                <a:tc>
                  <a:txBody>
                    <a:bodyPr/>
                    <a:lstStyle/>
                    <a:p>
                      <a:pPr defTabSz="914400"/>
                      <a:r>
                        <a:rPr lang="en-AU" sz="2500" dirty="0"/>
                        <a:t>50</a:t>
                      </a:r>
                      <a:r>
                        <a:rPr sz="2500" dirty="0"/>
                        <a:t> min</a:t>
                      </a:r>
                    </a:p>
                  </a:txBody>
                  <a:tcPr marL="50800" marR="50800" marT="50800" marB="50800" anchor="ctr" horzOverflow="overflow">
                    <a:solidFill>
                      <a:srgbClr val="D5D5D5"/>
                    </a:solidFill>
                  </a:tcPr>
                </a:tc>
                <a:tc>
                  <a:txBody>
                    <a:bodyPr/>
                    <a:lstStyle/>
                    <a:p>
                      <a:pPr defTabSz="914400"/>
                      <a:r>
                        <a:rPr lang="en-AU" sz="2500" dirty="0"/>
                        <a:t>50</a:t>
                      </a:r>
                      <a:r>
                        <a:rPr sz="2500" dirty="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60000"/>
                        <a:lumOff val="40000"/>
                      </a:schemeClr>
                    </a:solidFill>
                  </a:tcPr>
                </a:tc>
                <a:tc>
                  <a:txBody>
                    <a:bodyPr/>
                    <a:lstStyle/>
                    <a:p>
                      <a:pPr defTabSz="914400"/>
                      <a:r>
                        <a:rPr lang="en-AU" sz="2500" dirty="0"/>
                        <a:t>all</a:t>
                      </a:r>
                      <a:endParaRPr sz="2500" dirty="0"/>
                    </a:p>
                  </a:txBody>
                  <a:tcPr marL="50800" marR="50800" marT="50800" marB="50800" anchor="ctr" horzOverflow="overflow">
                    <a:solidFill>
                      <a:srgbClr val="F2F2F2"/>
                    </a:solidFill>
                  </a:tcPr>
                </a:tc>
                <a:tc>
                  <a:txBody>
                    <a:bodyPr/>
                    <a:lstStyle/>
                    <a:p>
                      <a:pPr defTabSz="914400"/>
                      <a:r>
                        <a:rPr sz="2500" dirty="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Overview – Broader picture"/>
          <p:cNvSpPr txBox="1">
            <a:spLocks noGrp="1"/>
          </p:cNvSpPr>
          <p:nvPr>
            <p:ph type="title"/>
          </p:nvPr>
        </p:nvSpPr>
        <p:spPr>
          <a:prstGeom prst="rect">
            <a:avLst/>
          </a:prstGeom>
        </p:spPr>
        <p:txBody>
          <a:bodyPr/>
          <a:lstStyle/>
          <a:p>
            <a:r>
              <a:rPr dirty="0"/>
              <a:t>Overview – </a:t>
            </a:r>
            <a:r>
              <a:rPr lang="en-AU" dirty="0"/>
              <a:t>Why are we here today?</a:t>
            </a:r>
            <a:endParaRPr dirty="0"/>
          </a:p>
        </p:txBody>
      </p:sp>
      <p:sp>
        <p:nvSpPr>
          <p:cNvPr id="164" name="What you’ll aim for"/>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dirty="0"/>
              <a:t>What you’ll aim for</a:t>
            </a:r>
          </a:p>
        </p:txBody>
      </p:sp>
      <p:sp>
        <p:nvSpPr>
          <p:cNvPr id="7" name="Which uncertainties and assumptions do you have…?…">
            <a:extLst>
              <a:ext uri="{FF2B5EF4-FFF2-40B4-BE49-F238E27FC236}">
                <a16:creationId xmlns:a16="http://schemas.microsoft.com/office/drawing/2014/main" id="{15CF7C65-8F4F-C2D4-DA67-08E5574B5002}"/>
              </a:ext>
            </a:extLst>
          </p:cNvPr>
          <p:cNvSpPr txBox="1">
            <a:spLocks/>
          </p:cNvSpPr>
          <p:nvPr/>
        </p:nvSpPr>
        <p:spPr>
          <a:xfrm>
            <a:off x="1206500" y="3969994"/>
            <a:ext cx="21971000" cy="7373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a:lstStyle>
          <a:p>
            <a:pPr marL="0" indent="0" hangingPunct="1">
              <a:buFontTx/>
              <a:buNone/>
            </a:pPr>
            <a:r>
              <a:rPr lang="en-AU" dirty="0"/>
              <a:t>At the end of the workshop you should understand:</a:t>
            </a:r>
          </a:p>
          <a:p>
            <a:pPr lvl="1" hangingPunct="1"/>
            <a:r>
              <a:rPr lang="en-AU" dirty="0"/>
              <a:t>How to strategically map user stories and create a sprint</a:t>
            </a:r>
          </a:p>
          <a:p>
            <a:pPr marL="335280" indent="-335280" defTabSz="1341086" hangingPunct="1">
              <a:spcBef>
                <a:spcPts val="2400"/>
              </a:spcBef>
              <a:defRPr sz="2640"/>
            </a:pPr>
            <a:endParaRPr lang="en-AU" sz="2640"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dirty="0"/>
              <a:t>Mapping User Stories</a:t>
            </a:r>
            <a:endParaRPr dirty="0"/>
          </a:p>
        </p:txBody>
      </p:sp>
      <p:sp>
        <p:nvSpPr>
          <p:cNvPr id="176" name="15 minut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177" name="Consider stakeholders (owners, users, maintainers, etc.) and their perspectives towards the posed problem.…"/>
          <p:cNvSpPr txBox="1">
            <a:spLocks noGrp="1"/>
          </p:cNvSpPr>
          <p:nvPr>
            <p:ph type="body" idx="1"/>
          </p:nvPr>
        </p:nvSpPr>
        <p:spPr>
          <a:xfrm>
            <a:off x="1206500" y="3994504"/>
            <a:ext cx="21971000" cy="7299893"/>
          </a:xfrm>
          <a:prstGeom prst="rect">
            <a:avLst/>
          </a:prstGeom>
        </p:spPr>
        <p:txBody>
          <a:bodyPr>
            <a:normAutofit/>
          </a:bodyPr>
          <a:lstStyle/>
          <a:p>
            <a:r>
              <a:rPr lang="en-US" dirty="0"/>
              <a:t>User story mapping can provide great insight in creating your product. </a:t>
            </a:r>
          </a:p>
          <a:p>
            <a:r>
              <a:rPr lang="en-US" dirty="0"/>
              <a:t>The technique was introduced by Jeff Patton and allows you to visualize your user stories in the greater context of the user’s journey and thus helps you to see the bigger picture of your product structure and of how to </a:t>
            </a:r>
            <a:r>
              <a:rPr lang="en-US" dirty="0" err="1"/>
              <a:t>prioritise</a:t>
            </a:r>
            <a:r>
              <a:rPr lang="en-US" dirty="0"/>
              <a:t> certain deliverables. </a:t>
            </a:r>
            <a:endParaRPr lang="en-AU" dirty="0"/>
          </a:p>
        </p:txBody>
      </p:sp>
      <p:graphicFrame>
        <p:nvGraphicFramePr>
          <p:cNvPr id="6" name="Table">
            <a:extLst>
              <a:ext uri="{FF2B5EF4-FFF2-40B4-BE49-F238E27FC236}">
                <a16:creationId xmlns:a16="http://schemas.microsoft.com/office/drawing/2014/main" id="{037BEBB0-3840-02A5-7F10-2C2DE13650C7}"/>
              </a:ext>
            </a:extLst>
          </p:cNvPr>
          <p:cNvGraphicFramePr/>
          <p:nvPr>
            <p:extLst>
              <p:ext uri="{D42A27DB-BD31-4B8C-83A1-F6EECF244321}">
                <p14:modId xmlns:p14="http://schemas.microsoft.com/office/powerpoint/2010/main" val="949780086"/>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50000"/>
                      </a:schemeClr>
                    </a:solidFill>
                  </a:tcPr>
                </a:tc>
                <a:tc>
                  <a:txBody>
                    <a:bodyPr/>
                    <a:lstStyle/>
                    <a:p>
                      <a:pPr defTabSz="914400"/>
                      <a:r>
                        <a:rPr lang="en-AU" sz="2500" dirty="0"/>
                        <a:t>Mapping User Stories</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60000"/>
                        <a:lumOff val="40000"/>
                      </a:schemeClr>
                    </a:solidFill>
                  </a:tcPr>
                </a:tc>
                <a:tc>
                  <a:txBody>
                    <a:bodyPr/>
                    <a:lstStyle/>
                    <a:p>
                      <a:pPr defTabSz="914400"/>
                      <a:r>
                        <a:rPr lang="en-AU" sz="2500" dirty="0"/>
                        <a:t>50</a:t>
                      </a:r>
                      <a:r>
                        <a:rPr sz="2500" dirty="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sz="2500" dirty="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dirty="0"/>
              <a:t>Mapping User Stories</a:t>
            </a:r>
            <a:endParaRPr dirty="0"/>
          </a:p>
        </p:txBody>
      </p:sp>
      <p:sp>
        <p:nvSpPr>
          <p:cNvPr id="176"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177" name="Consider stakeholders (owners, users, maintainers, etc.) and their perspectives towards the posed problem.…"/>
          <p:cNvSpPr txBox="1">
            <a:spLocks noGrp="1"/>
          </p:cNvSpPr>
          <p:nvPr>
            <p:ph type="body" idx="1"/>
          </p:nvPr>
        </p:nvSpPr>
        <p:spPr>
          <a:xfrm>
            <a:off x="1206500" y="3994504"/>
            <a:ext cx="21971000" cy="7299893"/>
          </a:xfrm>
          <a:prstGeom prst="rect">
            <a:avLst/>
          </a:prstGeom>
        </p:spPr>
        <p:txBody>
          <a:bodyPr>
            <a:normAutofit/>
          </a:bodyPr>
          <a:lstStyle/>
          <a:p>
            <a:r>
              <a:rPr lang="en-AU" dirty="0"/>
              <a:t>This will be completed first as a class wide activity.</a:t>
            </a:r>
          </a:p>
          <a:p>
            <a:r>
              <a:rPr lang="en-AU" dirty="0"/>
              <a:t>You will each be given a post-it note and now please write down a task that you would do with a content streaming platform</a:t>
            </a:r>
          </a:p>
          <a:p>
            <a:r>
              <a:rPr lang="en-AU" dirty="0"/>
              <a:t>We will work at the front of the room now and post all our post-it notes on the board to start categorising and slicing</a:t>
            </a:r>
          </a:p>
          <a:p>
            <a:pPr lvl="1"/>
            <a:r>
              <a:rPr lang="en-AU" dirty="0"/>
              <a:t>Cluster tasks into activities/remove duplicates – this will form a backbone (</a:t>
            </a:r>
            <a:r>
              <a:rPr lang="en-AU" dirty="0">
                <a:latin typeface="Helvetica Neue"/>
                <a:ea typeface="Helvetica Neue"/>
                <a:cs typeface="Helvetica Neue"/>
                <a:sym typeface="Helvetica Neue"/>
              </a:rPr>
              <a:t>the entire user journey described in high-level tasks/steps from start to finish) </a:t>
            </a:r>
            <a:endParaRPr lang="en-AU" dirty="0"/>
          </a:p>
        </p:txBody>
      </p:sp>
    </p:spTree>
    <p:extLst>
      <p:ext uri="{BB962C8B-B14F-4D97-AF65-F5344CB8AC3E}">
        <p14:creationId xmlns:p14="http://schemas.microsoft.com/office/powerpoint/2010/main" val="323246634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xfrm>
            <a:off x="8259337" y="1079500"/>
            <a:ext cx="21971000" cy="1433163"/>
          </a:xfrm>
          <a:prstGeom prst="rect">
            <a:avLst/>
          </a:prstGeom>
        </p:spPr>
        <p:txBody>
          <a:bodyPr/>
          <a:lstStyle/>
          <a:p>
            <a:r>
              <a:rPr lang="en-AU" dirty="0"/>
              <a:t>Mapping User Stories</a:t>
            </a:r>
            <a:endParaRPr dirty="0"/>
          </a:p>
        </p:txBody>
      </p:sp>
      <p:sp>
        <p:nvSpPr>
          <p:cNvPr id="176" name="15 minutes"/>
          <p:cNvSpPr txBox="1">
            <a:spLocks noGrp="1"/>
          </p:cNvSpPr>
          <p:nvPr>
            <p:ph type="body" idx="21"/>
          </p:nvPr>
        </p:nvSpPr>
        <p:spPr>
          <a:xfrm>
            <a:off x="8416161" y="2254665"/>
            <a:ext cx="21971000"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pic>
        <p:nvPicPr>
          <p:cNvPr id="3" name="Picture 2" descr="Diagram, application, table&#10;&#10;Description automatically generated with medium confidence">
            <a:extLst>
              <a:ext uri="{FF2B5EF4-FFF2-40B4-BE49-F238E27FC236}">
                <a16:creationId xmlns:a16="http://schemas.microsoft.com/office/drawing/2014/main" id="{1EEF82AC-D1A7-CF15-F648-36BA0C62F6C9}"/>
              </a:ext>
            </a:extLst>
          </p:cNvPr>
          <p:cNvPicPr>
            <a:picLocks noChangeAspect="1"/>
          </p:cNvPicPr>
          <p:nvPr/>
        </p:nvPicPr>
        <p:blipFill rotWithShape="1">
          <a:blip r:embed="rId3">
            <a:extLst>
              <a:ext uri="{28A0092B-C50C-407E-A947-70E740481C1C}">
                <a14:useLocalDpi xmlns:a14="http://schemas.microsoft.com/office/drawing/2010/main" val="0"/>
              </a:ext>
            </a:extLst>
          </a:blip>
          <a:srcRect l="543" t="3503" r="6796" b="3152"/>
          <a:stretch/>
        </p:blipFill>
        <p:spPr>
          <a:xfrm>
            <a:off x="2831" y="8628324"/>
            <a:ext cx="24385220" cy="5073979"/>
          </a:xfrm>
          <a:prstGeom prst="rect">
            <a:avLst/>
          </a:prstGeom>
        </p:spPr>
      </p:pic>
      <p:pic>
        <p:nvPicPr>
          <p:cNvPr id="7" name="Picture 6" descr="An example of a user story mapping and slicing it to create deliverables.">
            <a:extLst>
              <a:ext uri="{FF2B5EF4-FFF2-40B4-BE49-F238E27FC236}">
                <a16:creationId xmlns:a16="http://schemas.microsoft.com/office/drawing/2014/main" id="{4502ABA7-DA3B-DC30-70F9-CA50E3F820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9339" y="1152104"/>
            <a:ext cx="7338587" cy="5728692"/>
          </a:xfrm>
          <a:prstGeom prst="rect">
            <a:avLst/>
          </a:prstGeom>
        </p:spPr>
      </p:pic>
      <p:sp>
        <p:nvSpPr>
          <p:cNvPr id="8" name="TextBox 7">
            <a:extLst>
              <a:ext uri="{FF2B5EF4-FFF2-40B4-BE49-F238E27FC236}">
                <a16:creationId xmlns:a16="http://schemas.microsoft.com/office/drawing/2014/main" id="{D5B85833-9758-A909-3E87-CEF54D0491C6}"/>
              </a:ext>
            </a:extLst>
          </p:cNvPr>
          <p:cNvSpPr txBox="1"/>
          <p:nvPr/>
        </p:nvSpPr>
        <p:spPr>
          <a:xfrm>
            <a:off x="1344300" y="6766273"/>
            <a:ext cx="5896365" cy="9012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1600" dirty="0"/>
              <a:t>Image: https://</a:t>
            </a:r>
            <a:r>
              <a:rPr lang="en-US" sz="1600" dirty="0" err="1"/>
              <a:t>www.nngroup.com</a:t>
            </a:r>
            <a:r>
              <a:rPr lang="en-US" sz="1600" dirty="0"/>
              <a:t>/articles/user-story-mapping/</a:t>
            </a:r>
            <a:endParaRPr kumimoji="0" lang="en-US" sz="1600" b="0" i="0" u="none" strike="noStrike" cap="none" spc="0" normalizeH="0" baseline="0" dirty="0">
              <a:ln>
                <a:noFill/>
              </a:ln>
              <a:solidFill>
                <a:srgbClr val="FFFFFF"/>
              </a:solidFill>
              <a:effectLst/>
              <a:uFillTx/>
              <a:latin typeface="Roboto"/>
              <a:ea typeface="Roboto"/>
              <a:cs typeface="Roboto"/>
              <a:sym typeface="Roboto"/>
            </a:endParaRPr>
          </a:p>
        </p:txBody>
      </p:sp>
      <p:sp>
        <p:nvSpPr>
          <p:cNvPr id="10" name="Consider stakeholders (owners, users, maintainers, etc.) and their perspectives towards the posed problem.…">
            <a:extLst>
              <a:ext uri="{FF2B5EF4-FFF2-40B4-BE49-F238E27FC236}">
                <a16:creationId xmlns:a16="http://schemas.microsoft.com/office/drawing/2014/main" id="{37A04C7C-B2B9-C1D5-2992-E34E0118C934}"/>
              </a:ext>
            </a:extLst>
          </p:cNvPr>
          <p:cNvSpPr txBox="1">
            <a:spLocks noGrp="1"/>
          </p:cNvSpPr>
          <p:nvPr>
            <p:ph type="body" idx="1"/>
          </p:nvPr>
        </p:nvSpPr>
        <p:spPr>
          <a:xfrm>
            <a:off x="8416161" y="3391192"/>
            <a:ext cx="15050667" cy="4837240"/>
          </a:xfrm>
          <a:prstGeom prst="rect">
            <a:avLst/>
          </a:prstGeom>
        </p:spPr>
        <p:txBody>
          <a:bodyPr lIns="50800" tIns="50800" rIns="50800" bIns="50800" anchor="t">
            <a:normAutofit fontScale="92500" lnSpcReduction="20000"/>
          </a:bodyPr>
          <a:lstStyle/>
          <a:p>
            <a:pPr marL="0" indent="0">
              <a:lnSpc>
                <a:spcPct val="120000"/>
              </a:lnSpc>
              <a:buNone/>
            </a:pPr>
            <a:r>
              <a:rPr lang="en-US" dirty="0"/>
              <a:t>Now, you will do this with your groups for your own project before cementing them in Jira. </a:t>
            </a:r>
            <a:br>
              <a:rPr lang="en-US" dirty="0"/>
            </a:br>
            <a:r>
              <a:rPr lang="en-US" dirty="0"/>
              <a:t>Your </a:t>
            </a:r>
            <a:r>
              <a:rPr lang="en-US" dirty="0">
                <a:solidFill>
                  <a:schemeClr val="accent1">
                    <a:lumMod val="75000"/>
                  </a:schemeClr>
                </a:solidFill>
              </a:rPr>
              <a:t>Activities </a:t>
            </a:r>
            <a:r>
              <a:rPr lang="en-US" dirty="0"/>
              <a:t>will become your</a:t>
            </a:r>
            <a:r>
              <a:rPr lang="en-US" dirty="0">
                <a:solidFill>
                  <a:schemeClr val="accent1">
                    <a:lumMod val="75000"/>
                  </a:schemeClr>
                </a:solidFill>
              </a:rPr>
              <a:t> Epics</a:t>
            </a:r>
            <a:r>
              <a:rPr lang="en-US" dirty="0"/>
              <a:t>, Your </a:t>
            </a:r>
            <a:r>
              <a:rPr lang="en-US" dirty="0">
                <a:solidFill>
                  <a:schemeClr val="accent1">
                    <a:lumMod val="60000"/>
                    <a:lumOff val="40000"/>
                  </a:schemeClr>
                </a:solidFill>
              </a:rPr>
              <a:t>Backbones/Steps </a:t>
            </a:r>
            <a:r>
              <a:rPr lang="en-US" dirty="0"/>
              <a:t>will be your </a:t>
            </a:r>
            <a:r>
              <a:rPr lang="en-US" dirty="0">
                <a:solidFill>
                  <a:schemeClr val="accent1">
                    <a:lumMod val="60000"/>
                    <a:lumOff val="40000"/>
                  </a:schemeClr>
                </a:solidFill>
              </a:rPr>
              <a:t>User Stories</a:t>
            </a:r>
            <a:r>
              <a:rPr lang="en-US" dirty="0"/>
              <a:t>, and your </a:t>
            </a:r>
            <a:r>
              <a:rPr lang="en-US" dirty="0">
                <a:solidFill>
                  <a:schemeClr val="accent1">
                    <a:lumMod val="40000"/>
                    <a:lumOff val="60000"/>
                  </a:schemeClr>
                </a:solidFill>
              </a:rPr>
              <a:t>User Tasks</a:t>
            </a:r>
            <a:r>
              <a:rPr lang="en-US" dirty="0"/>
              <a:t> will be structured as </a:t>
            </a:r>
            <a:r>
              <a:rPr lang="en-US" dirty="0">
                <a:solidFill>
                  <a:schemeClr val="accent1">
                    <a:lumMod val="40000"/>
                    <a:lumOff val="60000"/>
                  </a:schemeClr>
                </a:solidFill>
              </a:rPr>
              <a:t>Acceptance Criteria</a:t>
            </a:r>
            <a:r>
              <a:rPr lang="en-US" dirty="0"/>
              <a:t> to break these up into actionable steps for you to work on during development.  </a:t>
            </a:r>
          </a:p>
          <a:p>
            <a:pPr marL="0" indent="0">
              <a:buNone/>
            </a:pPr>
            <a:endParaRPr lang="en-US" dirty="0"/>
          </a:p>
        </p:txBody>
      </p:sp>
    </p:spTree>
    <p:extLst>
      <p:ext uri="{BB962C8B-B14F-4D97-AF65-F5344CB8AC3E}">
        <p14:creationId xmlns:p14="http://schemas.microsoft.com/office/powerpoint/2010/main" val="376038202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5B28-D3A2-413F-BB26-2930B3506D25}"/>
              </a:ext>
            </a:extLst>
          </p:cNvPr>
          <p:cNvSpPr>
            <a:spLocks noGrp="1"/>
          </p:cNvSpPr>
          <p:nvPr>
            <p:ph type="title"/>
          </p:nvPr>
        </p:nvSpPr>
        <p:spPr/>
        <p:txBody>
          <a:bodyPr lIns="50800" tIns="50800" rIns="50800" bIns="50800" anchor="t">
            <a:normAutofit/>
          </a:bodyPr>
          <a:lstStyle/>
          <a:p>
            <a:r>
              <a:rPr lang="en-US" dirty="0"/>
              <a:t>Acceptance Criteria</a:t>
            </a:r>
          </a:p>
        </p:txBody>
      </p:sp>
      <p:sp>
        <p:nvSpPr>
          <p:cNvPr id="3" name="Text Placeholder 2">
            <a:extLst>
              <a:ext uri="{FF2B5EF4-FFF2-40B4-BE49-F238E27FC236}">
                <a16:creationId xmlns:a16="http://schemas.microsoft.com/office/drawing/2014/main" id="{0BC3C17B-C6C6-2D55-0119-3BEC26D6507C}"/>
              </a:ext>
            </a:extLst>
          </p:cNvPr>
          <p:cNvSpPr>
            <a:spLocks noGrp="1"/>
          </p:cNvSpPr>
          <p:nvPr>
            <p:ph type="body" sz="quarter" idx="21"/>
          </p:nvPr>
        </p:nvSpPr>
        <p:spPr/>
        <p:txBody>
          <a:bodyPr lIns="45719" tIns="45719" rIns="45719" bIns="45719" anchor="t">
            <a:normAutofit/>
          </a:bodyPr>
          <a:lstStyle/>
          <a:p>
            <a:r>
              <a:rPr lang="en-US" dirty="0"/>
              <a:t>Structuring User Tasks</a:t>
            </a:r>
          </a:p>
        </p:txBody>
      </p:sp>
      <p:sp>
        <p:nvSpPr>
          <p:cNvPr id="4" name="Text Placeholder 3">
            <a:extLst>
              <a:ext uri="{FF2B5EF4-FFF2-40B4-BE49-F238E27FC236}">
                <a16:creationId xmlns:a16="http://schemas.microsoft.com/office/drawing/2014/main" id="{92A600F5-6E76-4C17-2FA3-37B5B6884DBB}"/>
              </a:ext>
            </a:extLst>
          </p:cNvPr>
          <p:cNvSpPr>
            <a:spLocks noGrp="1"/>
          </p:cNvSpPr>
          <p:nvPr>
            <p:ph type="body" idx="1"/>
          </p:nvPr>
        </p:nvSpPr>
        <p:spPr>
          <a:xfrm>
            <a:off x="1206500" y="3630238"/>
            <a:ext cx="21971000" cy="8256012"/>
          </a:xfrm>
        </p:spPr>
        <p:txBody>
          <a:bodyPr lIns="50800" tIns="50800" rIns="50800" bIns="50800" anchor="t">
            <a:normAutofit/>
          </a:bodyPr>
          <a:lstStyle/>
          <a:p>
            <a:pPr marL="0" indent="0">
              <a:buNone/>
            </a:pPr>
            <a:r>
              <a:rPr lang="en-US" dirty="0"/>
              <a:t>Acceptance criteria are mini workflows which highlight each user task that is necessary for achieving a User Story. An ATM example is highlighted below.  This is known as the "Given/When/Then template, and you may have as many 'ANDs' in each step as you require so that it is specific and actionable. </a:t>
            </a:r>
          </a:p>
          <a:p>
            <a:pPr marL="0" indent="0">
              <a:buNone/>
            </a:pPr>
            <a:endParaRPr lang="en-US" dirty="0"/>
          </a:p>
        </p:txBody>
      </p:sp>
      <p:pic>
        <p:nvPicPr>
          <p:cNvPr id="5" name="Picture 5">
            <a:extLst>
              <a:ext uri="{FF2B5EF4-FFF2-40B4-BE49-F238E27FC236}">
                <a16:creationId xmlns:a16="http://schemas.microsoft.com/office/drawing/2014/main" id="{61E35D62-8EA3-8B6F-3480-FBF33FD962C8}"/>
              </a:ext>
            </a:extLst>
          </p:cNvPr>
          <p:cNvPicPr>
            <a:picLocks noChangeAspect="1"/>
          </p:cNvPicPr>
          <p:nvPr/>
        </p:nvPicPr>
        <p:blipFill rotWithShape="1">
          <a:blip r:embed="rId2"/>
          <a:srcRect l="6728" t="15287" r="10977" b="7586"/>
          <a:stretch/>
        </p:blipFill>
        <p:spPr>
          <a:xfrm>
            <a:off x="5950662" y="6437751"/>
            <a:ext cx="12468237" cy="7204726"/>
          </a:xfrm>
          <a:prstGeom prst="rect">
            <a:avLst/>
          </a:prstGeom>
        </p:spPr>
      </p:pic>
    </p:spTree>
    <p:extLst>
      <p:ext uri="{BB962C8B-B14F-4D97-AF65-F5344CB8AC3E}">
        <p14:creationId xmlns:p14="http://schemas.microsoft.com/office/powerpoint/2010/main" val="423577269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n your research"/>
          <p:cNvSpPr txBox="1">
            <a:spLocks noGrp="1"/>
          </p:cNvSpPr>
          <p:nvPr>
            <p:ph type="title"/>
          </p:nvPr>
        </p:nvSpPr>
        <p:spPr>
          <a:prstGeom prst="rect">
            <a:avLst/>
          </a:prstGeom>
        </p:spPr>
        <p:txBody>
          <a:bodyPr/>
          <a:lstStyle/>
          <a:p>
            <a:r>
              <a:rPr lang="en-AU" dirty="0"/>
              <a:t>Group Work</a:t>
            </a:r>
            <a:endParaRPr dirty="0"/>
          </a:p>
        </p:txBody>
      </p:sp>
      <p:sp>
        <p:nvSpPr>
          <p:cNvPr id="202"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6" name="Which pieces of missing user information are most important to your project?…">
            <a:extLst>
              <a:ext uri="{FF2B5EF4-FFF2-40B4-BE49-F238E27FC236}">
                <a16:creationId xmlns:a16="http://schemas.microsoft.com/office/drawing/2014/main" id="{DAAF30AB-971D-E561-401C-14B0024B8E24}"/>
              </a:ext>
            </a:extLst>
          </p:cNvPr>
          <p:cNvSpPr txBox="1">
            <a:spLocks/>
          </p:cNvSpPr>
          <p:nvPr/>
        </p:nvSpPr>
        <p:spPr>
          <a:xfrm>
            <a:off x="1206500" y="3994504"/>
            <a:ext cx="21971000" cy="7373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20000"/>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a:lstStyle>
          <a:p>
            <a:pPr hangingPunct="1">
              <a:lnSpc>
                <a:spcPct val="140000"/>
              </a:lnSpc>
              <a:spcBef>
                <a:spcPts val="0"/>
              </a:spcBef>
            </a:pPr>
            <a:r>
              <a:rPr lang="en-AU" dirty="0">
                <a:latin typeface="Roboto" panose="02000000000000000000" pitchFamily="2" charset="0"/>
                <a:ea typeface="Roboto" panose="02000000000000000000" pitchFamily="2" charset="0"/>
              </a:rPr>
              <a:t>This is now your group work time where you can work in your group on your project deliverables</a:t>
            </a:r>
          </a:p>
          <a:p>
            <a:pPr hangingPunct="1">
              <a:lnSpc>
                <a:spcPct val="140000"/>
              </a:lnSpc>
              <a:spcBef>
                <a:spcPts val="0"/>
              </a:spcBef>
            </a:pPr>
            <a:r>
              <a:rPr lang="en-AU" dirty="0">
                <a:latin typeface="Roboto" panose="02000000000000000000" pitchFamily="2" charset="0"/>
                <a:ea typeface="Roboto" panose="02000000000000000000" pitchFamily="2" charset="0"/>
              </a:rPr>
              <a:t>What should we be doing?</a:t>
            </a:r>
          </a:p>
          <a:p>
            <a:pPr lvl="1" hangingPunct="1">
              <a:lnSpc>
                <a:spcPct val="140000"/>
              </a:lnSpc>
              <a:spcBef>
                <a:spcPts val="0"/>
              </a:spcBef>
            </a:pPr>
            <a:r>
              <a:rPr lang="en-AU" dirty="0">
                <a:latin typeface="Roboto" panose="02000000000000000000" pitchFamily="2" charset="0"/>
                <a:ea typeface="Roboto" panose="02000000000000000000" pitchFamily="2" charset="0"/>
              </a:rPr>
              <a:t>Using your research summary, you should now be working on getting your user stories out to prepare for mapping out your sprint.</a:t>
            </a:r>
          </a:p>
          <a:p>
            <a:pPr lvl="1" hangingPunct="1">
              <a:lnSpc>
                <a:spcPct val="140000"/>
              </a:lnSpc>
              <a:spcBef>
                <a:spcPts val="0"/>
              </a:spcBef>
            </a:pPr>
            <a:r>
              <a:rPr lang="en-AU" dirty="0">
                <a:latin typeface="Roboto" panose="02000000000000000000" pitchFamily="2" charset="0"/>
                <a:ea typeface="Roboto" panose="02000000000000000000" pitchFamily="2" charset="0"/>
              </a:rPr>
              <a:t>Try and add acceptance criteria to each of the user stories as you go so you can see potential gaps</a:t>
            </a:r>
          </a:p>
          <a:p>
            <a:pPr hangingPunct="1">
              <a:lnSpc>
                <a:spcPct val="140000"/>
              </a:lnSpc>
              <a:spcBef>
                <a:spcPts val="0"/>
              </a:spcBef>
            </a:pPr>
            <a:r>
              <a:rPr lang="en-AU" dirty="0">
                <a:latin typeface="Roboto" panose="02000000000000000000" pitchFamily="2" charset="0"/>
                <a:ea typeface="Roboto" panose="02000000000000000000" pitchFamily="2" charset="0"/>
              </a:rPr>
              <a:t>Your demonstrator will walk around and check in with each group to provide feedback on your progress and answer any questions you may have</a:t>
            </a:r>
          </a:p>
        </p:txBody>
      </p:sp>
      <p:graphicFrame>
        <p:nvGraphicFramePr>
          <p:cNvPr id="7" name="Table">
            <a:extLst>
              <a:ext uri="{FF2B5EF4-FFF2-40B4-BE49-F238E27FC236}">
                <a16:creationId xmlns:a16="http://schemas.microsoft.com/office/drawing/2014/main" id="{504A633C-7B4C-F943-4152-CC4810D8A114}"/>
              </a:ext>
            </a:extLst>
          </p:cNvPr>
          <p:cNvGraphicFramePr/>
          <p:nvPr>
            <p:extLst>
              <p:ext uri="{D42A27DB-BD31-4B8C-83A1-F6EECF244321}">
                <p14:modId xmlns:p14="http://schemas.microsoft.com/office/powerpoint/2010/main" val="4246512032"/>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50000"/>
                      </a:schemeClr>
                    </a:solidFill>
                  </a:tcPr>
                </a:tc>
                <a:tc>
                  <a:txBody>
                    <a:bodyPr/>
                    <a:lstStyle/>
                    <a:p>
                      <a:pPr defTabSz="914400"/>
                      <a:r>
                        <a:rPr lang="en-AU" sz="2500" dirty="0"/>
                        <a:t>Mapping User Stories</a:t>
                      </a:r>
                      <a:endParaRPr sz="2500" dirty="0"/>
                    </a:p>
                  </a:txBody>
                  <a:tcPr marL="50800" marR="50800" marT="50800" marB="50800" anchor="ctr" horzOverflow="overflow">
                    <a:solidFill>
                      <a:schemeClr val="accent1">
                        <a:lumMod val="5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60000"/>
                        <a:lumOff val="40000"/>
                      </a:schemeClr>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50000"/>
                      </a:schemeClr>
                    </a:solidFill>
                  </a:tcPr>
                </a:tc>
                <a:tc>
                  <a:txBody>
                    <a:bodyPr/>
                    <a:lstStyle/>
                    <a:p>
                      <a:pPr defTabSz="914400"/>
                      <a:r>
                        <a:rPr sz="2500" dirty="0"/>
                        <a:t>group</a:t>
                      </a:r>
                    </a:p>
                  </a:txBody>
                  <a:tcPr marL="50800" marR="50800" marT="50800" marB="50800" anchor="ctr" horzOverflow="overflow">
                    <a:solidFill>
                      <a:schemeClr val="accent1">
                        <a:lumMod val="60000"/>
                        <a:lumOff val="40000"/>
                      </a:schemeClr>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Develop questions"/>
          <p:cNvSpPr txBox="1">
            <a:spLocks noGrp="1"/>
          </p:cNvSpPr>
          <p:nvPr>
            <p:ph type="title"/>
          </p:nvPr>
        </p:nvSpPr>
        <p:spPr>
          <a:prstGeom prst="rect">
            <a:avLst/>
          </a:prstGeom>
        </p:spPr>
        <p:txBody>
          <a:bodyPr/>
          <a:lstStyle/>
          <a:p>
            <a:r>
              <a:rPr lang="en-AU" dirty="0"/>
              <a:t>Group Work</a:t>
            </a:r>
            <a:endParaRPr dirty="0"/>
          </a:p>
        </p:txBody>
      </p:sp>
      <p:sp>
        <p:nvSpPr>
          <p:cNvPr id="191"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3" name="Text Placeholder 2">
            <a:extLst>
              <a:ext uri="{FF2B5EF4-FFF2-40B4-BE49-F238E27FC236}">
                <a16:creationId xmlns:a16="http://schemas.microsoft.com/office/drawing/2014/main" id="{6D52CF75-89D3-A53A-A92F-0679017E0E0E}"/>
              </a:ext>
            </a:extLst>
          </p:cNvPr>
          <p:cNvSpPr>
            <a:spLocks noGrp="1"/>
          </p:cNvSpPr>
          <p:nvPr>
            <p:ph type="body" idx="1"/>
          </p:nvPr>
        </p:nvSpPr>
        <p:spPr>
          <a:xfrm>
            <a:off x="1206500" y="4248504"/>
            <a:ext cx="21971000" cy="6730903"/>
          </a:xfrm>
        </p:spPr>
        <p:txBody>
          <a:bodyPr lIns="50800" tIns="50800" rIns="50800" bIns="50800" anchor="t">
            <a:normAutofit/>
          </a:bodyPr>
          <a:lstStyle/>
          <a:p>
            <a:pPr marL="0" indent="0">
              <a:buNone/>
            </a:pPr>
            <a:r>
              <a:rPr lang="en-US" dirty="0"/>
              <a:t>Each week we will check in on where we are at with our projects to make sure that everyone is moving towards the same goals. </a:t>
            </a:r>
            <a:endParaRPr lang="en-US" dirty="0">
              <a:sym typeface="Wingdings" pitchFamily="2" charset="2"/>
            </a:endParaRPr>
          </a:p>
          <a:p>
            <a:pPr lvl="1"/>
            <a:endParaRPr lang="en-US" dirty="0">
              <a:sym typeface="Wingdings" pitchFamily="2" charset="2"/>
            </a:endParaRPr>
          </a:p>
          <a:p>
            <a:pPr marL="0" indent="0">
              <a:buNone/>
            </a:pPr>
            <a:endParaRPr lang="en-US" dirty="0">
              <a:sym typeface="Wingdings" pitchFamily="2" charset="2"/>
            </a:endParaRPr>
          </a:p>
        </p:txBody>
      </p:sp>
      <p:graphicFrame>
        <p:nvGraphicFramePr>
          <p:cNvPr id="5" name="Diagram 4">
            <a:extLst>
              <a:ext uri="{FF2B5EF4-FFF2-40B4-BE49-F238E27FC236}">
                <a16:creationId xmlns:a16="http://schemas.microsoft.com/office/drawing/2014/main" id="{B003A88D-7472-E5FF-F7EF-F80AB4B368E2}"/>
              </a:ext>
            </a:extLst>
          </p:cNvPr>
          <p:cNvGraphicFramePr/>
          <p:nvPr>
            <p:extLst>
              <p:ext uri="{D42A27DB-BD31-4B8C-83A1-F6EECF244321}">
                <p14:modId xmlns:p14="http://schemas.microsoft.com/office/powerpoint/2010/main" val="1146034624"/>
              </p:ext>
            </p:extLst>
          </p:nvPr>
        </p:nvGraphicFramePr>
        <p:xfrm>
          <a:off x="1206500" y="4838189"/>
          <a:ext cx="21971000" cy="7718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Straight Connector 7">
            <a:extLst>
              <a:ext uri="{FF2B5EF4-FFF2-40B4-BE49-F238E27FC236}">
                <a16:creationId xmlns:a16="http://schemas.microsoft.com/office/drawing/2014/main" id="{4418C648-AA69-C0C5-6230-4A7DE97755F9}"/>
              </a:ext>
            </a:extLst>
          </p:cNvPr>
          <p:cNvCxnSpPr>
            <a:cxnSpLocks/>
          </p:cNvCxnSpPr>
          <p:nvPr/>
        </p:nvCxnSpPr>
        <p:spPr>
          <a:xfrm>
            <a:off x="2339163" y="8083684"/>
            <a:ext cx="0" cy="1974716"/>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Oval 10">
            <a:extLst>
              <a:ext uri="{FF2B5EF4-FFF2-40B4-BE49-F238E27FC236}">
                <a16:creationId xmlns:a16="http://schemas.microsoft.com/office/drawing/2014/main" id="{25C9F1A4-E1F1-E68B-5A4C-387CDD861401}"/>
              </a:ext>
            </a:extLst>
          </p:cNvPr>
          <p:cNvSpPr/>
          <p:nvPr/>
        </p:nvSpPr>
        <p:spPr>
          <a:xfrm>
            <a:off x="5826642" y="12206177"/>
            <a:ext cx="914400" cy="914400"/>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14" name="Straight Connector 13">
            <a:extLst>
              <a:ext uri="{FF2B5EF4-FFF2-40B4-BE49-F238E27FC236}">
                <a16:creationId xmlns:a16="http://schemas.microsoft.com/office/drawing/2014/main" id="{42487635-C08E-7E54-82D0-A6990B158B1B}"/>
              </a:ext>
            </a:extLst>
          </p:cNvPr>
          <p:cNvCxnSpPr>
            <a:cxnSpLocks/>
          </p:cNvCxnSpPr>
          <p:nvPr/>
        </p:nvCxnSpPr>
        <p:spPr>
          <a:xfrm flipH="1">
            <a:off x="4329617" y="8004867"/>
            <a:ext cx="2003" cy="2286834"/>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CC181ADE-CE48-0C87-F0F6-E17116AA24D2}"/>
              </a:ext>
            </a:extLst>
          </p:cNvPr>
          <p:cNvCxnSpPr>
            <a:cxnSpLocks/>
          </p:cNvCxnSpPr>
          <p:nvPr/>
        </p:nvCxnSpPr>
        <p:spPr>
          <a:xfrm>
            <a:off x="6087270" y="7958439"/>
            <a:ext cx="0" cy="634409"/>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D3316F8D-7ADB-8EDC-92D9-BDA87400E8EE}"/>
              </a:ext>
            </a:extLst>
          </p:cNvPr>
          <p:cNvCxnSpPr>
            <a:cxnSpLocks/>
            <a:endCxn id="48" idx="0"/>
          </p:cNvCxnSpPr>
          <p:nvPr/>
        </p:nvCxnSpPr>
        <p:spPr>
          <a:xfrm>
            <a:off x="8296940" y="9108318"/>
            <a:ext cx="0" cy="3448359"/>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C994E725-F87E-35D1-0E1C-3A09ADF03210}"/>
              </a:ext>
            </a:extLst>
          </p:cNvPr>
          <p:cNvCxnSpPr>
            <a:cxnSpLocks/>
          </p:cNvCxnSpPr>
          <p:nvPr/>
        </p:nvCxnSpPr>
        <p:spPr>
          <a:xfrm>
            <a:off x="10256874" y="9129583"/>
            <a:ext cx="0" cy="136757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FF6ED53C-A550-171D-8E10-7DE9AAFE7169}"/>
              </a:ext>
            </a:extLst>
          </p:cNvPr>
          <p:cNvCxnSpPr>
            <a:cxnSpLocks/>
          </p:cNvCxnSpPr>
          <p:nvPr/>
        </p:nvCxnSpPr>
        <p:spPr>
          <a:xfrm>
            <a:off x="14166112" y="9179322"/>
            <a:ext cx="0" cy="612783"/>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6213278B-3E04-3C1C-CED9-63F8018C120E}"/>
              </a:ext>
            </a:extLst>
          </p:cNvPr>
          <p:cNvCxnSpPr>
            <a:cxnSpLocks/>
          </p:cNvCxnSpPr>
          <p:nvPr/>
        </p:nvCxnSpPr>
        <p:spPr>
          <a:xfrm>
            <a:off x="16186297" y="9129583"/>
            <a:ext cx="0" cy="307659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851BBE7B-4349-6F8F-3ABA-B84BAF2D1AB7}"/>
              </a:ext>
            </a:extLst>
          </p:cNvPr>
          <p:cNvCxnSpPr>
            <a:cxnSpLocks/>
          </p:cNvCxnSpPr>
          <p:nvPr/>
        </p:nvCxnSpPr>
        <p:spPr>
          <a:xfrm>
            <a:off x="18142689" y="9129583"/>
            <a:ext cx="0" cy="136757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4D5C41D7-932E-20F8-255E-7D969D4C39E8}"/>
              </a:ext>
            </a:extLst>
          </p:cNvPr>
          <p:cNvCxnSpPr>
            <a:cxnSpLocks/>
          </p:cNvCxnSpPr>
          <p:nvPr/>
        </p:nvCxnSpPr>
        <p:spPr>
          <a:xfrm>
            <a:off x="20141609" y="9179322"/>
            <a:ext cx="31674" cy="2519252"/>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6BE70E78-174D-7AB0-7A9A-8B0930FA2ECF}"/>
              </a:ext>
            </a:extLst>
          </p:cNvPr>
          <p:cNvCxnSpPr>
            <a:cxnSpLocks/>
          </p:cNvCxnSpPr>
          <p:nvPr/>
        </p:nvCxnSpPr>
        <p:spPr>
          <a:xfrm>
            <a:off x="6741042" y="6775260"/>
            <a:ext cx="0" cy="606314"/>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 name="Graphic 12" descr="Stopwatch with solid fill">
            <a:extLst>
              <a:ext uri="{FF2B5EF4-FFF2-40B4-BE49-F238E27FC236}">
                <a16:creationId xmlns:a16="http://schemas.microsoft.com/office/drawing/2014/main" id="{DFCB6573-A492-8D53-D62A-6C6BCF2593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3842" y="5596485"/>
            <a:ext cx="914400" cy="914400"/>
          </a:xfrm>
          <a:prstGeom prst="rect">
            <a:avLst/>
          </a:prstGeom>
        </p:spPr>
      </p:pic>
      <p:sp>
        <p:nvSpPr>
          <p:cNvPr id="24" name="TextBox 23">
            <a:extLst>
              <a:ext uri="{FF2B5EF4-FFF2-40B4-BE49-F238E27FC236}">
                <a16:creationId xmlns:a16="http://schemas.microsoft.com/office/drawing/2014/main" id="{3757417D-AE7F-E8E3-ABE4-A75821386540}"/>
              </a:ext>
            </a:extLst>
          </p:cNvPr>
          <p:cNvSpPr txBox="1"/>
          <p:nvPr/>
        </p:nvSpPr>
        <p:spPr>
          <a:xfrm>
            <a:off x="5964866" y="5927919"/>
            <a:ext cx="1828798"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effectLst/>
                <a:uFillTx/>
                <a:latin typeface="Roboto"/>
                <a:ea typeface="Roboto"/>
                <a:cs typeface="Roboto"/>
                <a:sym typeface="Roboto"/>
              </a:rPr>
              <a:t>Interim Report</a:t>
            </a:r>
          </a:p>
        </p:txBody>
      </p:sp>
      <p:cxnSp>
        <p:nvCxnSpPr>
          <p:cNvPr id="29" name="Straight Connector 28">
            <a:extLst>
              <a:ext uri="{FF2B5EF4-FFF2-40B4-BE49-F238E27FC236}">
                <a16:creationId xmlns:a16="http://schemas.microsoft.com/office/drawing/2014/main" id="{63236045-1FC7-99D5-5226-36B76C2BF059}"/>
              </a:ext>
            </a:extLst>
          </p:cNvPr>
          <p:cNvCxnSpPr>
            <a:cxnSpLocks/>
          </p:cNvCxnSpPr>
          <p:nvPr/>
        </p:nvCxnSpPr>
        <p:spPr>
          <a:xfrm>
            <a:off x="10859386" y="7683651"/>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0" name="Graphic 29" descr="Stopwatch with solid fill">
            <a:extLst>
              <a:ext uri="{FF2B5EF4-FFF2-40B4-BE49-F238E27FC236}">
                <a16:creationId xmlns:a16="http://schemas.microsoft.com/office/drawing/2014/main" id="{C235CF3E-8973-A93F-93B8-208269C3BF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02186" y="6423245"/>
            <a:ext cx="914400" cy="914400"/>
          </a:xfrm>
          <a:prstGeom prst="rect">
            <a:avLst/>
          </a:prstGeom>
        </p:spPr>
      </p:pic>
      <p:sp>
        <p:nvSpPr>
          <p:cNvPr id="31" name="TextBox 30">
            <a:extLst>
              <a:ext uri="{FF2B5EF4-FFF2-40B4-BE49-F238E27FC236}">
                <a16:creationId xmlns:a16="http://schemas.microsoft.com/office/drawing/2014/main" id="{79CF16B7-D7C9-E006-D2B2-B9E593AC6600}"/>
              </a:ext>
            </a:extLst>
          </p:cNvPr>
          <p:cNvSpPr txBox="1"/>
          <p:nvPr/>
        </p:nvSpPr>
        <p:spPr>
          <a:xfrm>
            <a:off x="10083210" y="6754679"/>
            <a:ext cx="1828798"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Prelim Report</a:t>
            </a:r>
          </a:p>
        </p:txBody>
      </p:sp>
      <p:cxnSp>
        <p:nvCxnSpPr>
          <p:cNvPr id="32" name="Straight Connector 31">
            <a:extLst>
              <a:ext uri="{FF2B5EF4-FFF2-40B4-BE49-F238E27FC236}">
                <a16:creationId xmlns:a16="http://schemas.microsoft.com/office/drawing/2014/main" id="{E4E39A93-A5B5-29FD-DAA9-DBA7B01FEBCA}"/>
              </a:ext>
            </a:extLst>
          </p:cNvPr>
          <p:cNvCxnSpPr>
            <a:cxnSpLocks/>
          </p:cNvCxnSpPr>
          <p:nvPr/>
        </p:nvCxnSpPr>
        <p:spPr>
          <a:xfrm>
            <a:off x="20747665" y="7669330"/>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3" name="Graphic 32" descr="Stopwatch with solid fill">
            <a:extLst>
              <a:ext uri="{FF2B5EF4-FFF2-40B4-BE49-F238E27FC236}">
                <a16:creationId xmlns:a16="http://schemas.microsoft.com/office/drawing/2014/main" id="{9DA20298-327F-4DA0-9B28-70AA7475B0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290465" y="6408924"/>
            <a:ext cx="914400" cy="914400"/>
          </a:xfrm>
          <a:prstGeom prst="rect">
            <a:avLst/>
          </a:prstGeom>
        </p:spPr>
      </p:pic>
      <p:sp>
        <p:nvSpPr>
          <p:cNvPr id="34" name="TextBox 33">
            <a:extLst>
              <a:ext uri="{FF2B5EF4-FFF2-40B4-BE49-F238E27FC236}">
                <a16:creationId xmlns:a16="http://schemas.microsoft.com/office/drawing/2014/main" id="{CA44DB30-5522-B76B-647F-D5D7555B008D}"/>
              </a:ext>
            </a:extLst>
          </p:cNvPr>
          <p:cNvSpPr txBox="1"/>
          <p:nvPr/>
        </p:nvSpPr>
        <p:spPr>
          <a:xfrm>
            <a:off x="19648971" y="6740358"/>
            <a:ext cx="2151316"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Design Presentation</a:t>
            </a:r>
          </a:p>
        </p:txBody>
      </p:sp>
      <p:cxnSp>
        <p:nvCxnSpPr>
          <p:cNvPr id="35" name="Straight Connector 34">
            <a:extLst>
              <a:ext uri="{FF2B5EF4-FFF2-40B4-BE49-F238E27FC236}">
                <a16:creationId xmlns:a16="http://schemas.microsoft.com/office/drawing/2014/main" id="{A0D6CFD8-C97F-BA98-6BC7-564526D28F31}"/>
              </a:ext>
            </a:extLst>
          </p:cNvPr>
          <p:cNvCxnSpPr>
            <a:cxnSpLocks/>
          </p:cNvCxnSpPr>
          <p:nvPr/>
        </p:nvCxnSpPr>
        <p:spPr>
          <a:xfrm>
            <a:off x="22726352" y="7683651"/>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6" name="Graphic 35" descr="Stopwatch with solid fill">
            <a:extLst>
              <a:ext uri="{FF2B5EF4-FFF2-40B4-BE49-F238E27FC236}">
                <a16:creationId xmlns:a16="http://schemas.microsoft.com/office/drawing/2014/main" id="{85038535-E349-BA15-E531-E00F06FCA5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269152" y="6423245"/>
            <a:ext cx="914400" cy="914400"/>
          </a:xfrm>
          <a:prstGeom prst="rect">
            <a:avLst/>
          </a:prstGeom>
        </p:spPr>
      </p:pic>
      <p:sp>
        <p:nvSpPr>
          <p:cNvPr id="37" name="TextBox 36">
            <a:extLst>
              <a:ext uri="{FF2B5EF4-FFF2-40B4-BE49-F238E27FC236}">
                <a16:creationId xmlns:a16="http://schemas.microsoft.com/office/drawing/2014/main" id="{3468D1A6-B2D6-A153-20C7-D4AB999A77EA}"/>
              </a:ext>
            </a:extLst>
          </p:cNvPr>
          <p:cNvSpPr txBox="1"/>
          <p:nvPr/>
        </p:nvSpPr>
        <p:spPr>
          <a:xfrm>
            <a:off x="22139575" y="6775260"/>
            <a:ext cx="1546286"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Final Report</a:t>
            </a:r>
          </a:p>
        </p:txBody>
      </p:sp>
      <p:sp>
        <p:nvSpPr>
          <p:cNvPr id="40" name="TextBox 39">
            <a:extLst>
              <a:ext uri="{FF2B5EF4-FFF2-40B4-BE49-F238E27FC236}">
                <a16:creationId xmlns:a16="http://schemas.microsoft.com/office/drawing/2014/main" id="{9B5890AD-5D25-63C5-0CDE-3731FE85C70C}"/>
              </a:ext>
            </a:extLst>
          </p:cNvPr>
          <p:cNvSpPr txBox="1"/>
          <p:nvPr/>
        </p:nvSpPr>
        <p:spPr>
          <a:xfrm>
            <a:off x="1327300" y="10058468"/>
            <a:ext cx="1846520" cy="1755352"/>
          </a:xfrm>
          <a:custGeom>
            <a:avLst/>
            <a:gdLst>
              <a:gd name="csX0" fmla="*/ 0 w 1846520"/>
              <a:gd name="csY0" fmla="*/ 0 h 1755352"/>
              <a:gd name="csX1" fmla="*/ 443165 w 1846520"/>
              <a:gd name="csY1" fmla="*/ 0 h 1755352"/>
              <a:gd name="csX2" fmla="*/ 849399 w 1846520"/>
              <a:gd name="csY2" fmla="*/ 0 h 1755352"/>
              <a:gd name="csX3" fmla="*/ 1347960 w 1846520"/>
              <a:gd name="csY3" fmla="*/ 0 h 1755352"/>
              <a:gd name="csX4" fmla="*/ 1846520 w 1846520"/>
              <a:gd name="csY4" fmla="*/ 0 h 1755352"/>
              <a:gd name="csX5" fmla="*/ 1846520 w 1846520"/>
              <a:gd name="csY5" fmla="*/ 567564 h 1755352"/>
              <a:gd name="csX6" fmla="*/ 1846520 w 1846520"/>
              <a:gd name="csY6" fmla="*/ 1117574 h 1755352"/>
              <a:gd name="csX7" fmla="*/ 1846520 w 1846520"/>
              <a:gd name="csY7" fmla="*/ 1755352 h 1755352"/>
              <a:gd name="csX8" fmla="*/ 1384890 w 1846520"/>
              <a:gd name="csY8" fmla="*/ 1755352 h 1755352"/>
              <a:gd name="csX9" fmla="*/ 978656 w 1846520"/>
              <a:gd name="csY9" fmla="*/ 1755352 h 1755352"/>
              <a:gd name="csX10" fmla="*/ 517026 w 1846520"/>
              <a:gd name="csY10" fmla="*/ 1755352 h 1755352"/>
              <a:gd name="csX11" fmla="*/ 0 w 1846520"/>
              <a:gd name="csY11" fmla="*/ 1755352 h 1755352"/>
              <a:gd name="csX12" fmla="*/ 0 w 1846520"/>
              <a:gd name="csY12" fmla="*/ 1187788 h 1755352"/>
              <a:gd name="csX13" fmla="*/ 0 w 1846520"/>
              <a:gd name="csY13" fmla="*/ 620224 h 1755352"/>
              <a:gd name="csX14" fmla="*/ 0 w 1846520"/>
              <a:gd name="csY14" fmla="*/ 0 h 1755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46520" h="175535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903679" y="210373"/>
                  <a:pt x="1788864" y="364161"/>
                  <a:pt x="1846520" y="567564"/>
                </a:cubicBezTo>
                <a:cubicBezTo>
                  <a:pt x="1904176" y="770967"/>
                  <a:pt x="1781053" y="972388"/>
                  <a:pt x="1846520" y="1117574"/>
                </a:cubicBezTo>
                <a:cubicBezTo>
                  <a:pt x="1911987" y="1262760"/>
                  <a:pt x="1807405" y="1438675"/>
                  <a:pt x="1846520" y="1755352"/>
                </a:cubicBezTo>
                <a:cubicBezTo>
                  <a:pt x="1715169" y="1799911"/>
                  <a:pt x="1482052" y="1714019"/>
                  <a:pt x="1384890" y="1755352"/>
                </a:cubicBezTo>
                <a:cubicBezTo>
                  <a:pt x="1287728" y="1796685"/>
                  <a:pt x="1065678" y="1727228"/>
                  <a:pt x="978656" y="1755352"/>
                </a:cubicBezTo>
                <a:cubicBezTo>
                  <a:pt x="891634" y="1783476"/>
                  <a:pt x="726372" y="1704279"/>
                  <a:pt x="517026" y="1755352"/>
                </a:cubicBezTo>
                <a:cubicBezTo>
                  <a:pt x="307680" y="1806425"/>
                  <a:pt x="242938" y="1719856"/>
                  <a:pt x="0" y="1755352"/>
                </a:cubicBezTo>
                <a:cubicBezTo>
                  <a:pt x="-6812" y="1589963"/>
                  <a:pt x="51984" y="1452715"/>
                  <a:pt x="0" y="1187788"/>
                </a:cubicBezTo>
                <a:cubicBezTo>
                  <a:pt x="-51984" y="922861"/>
                  <a:pt x="1374" y="783083"/>
                  <a:pt x="0" y="620224"/>
                </a:cubicBezTo>
                <a:cubicBezTo>
                  <a:pt x="-1374" y="457365"/>
                  <a:pt x="12905" y="147037"/>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Who is my user?</a:t>
            </a:r>
          </a:p>
          <a:p>
            <a:pPr marL="0" marR="0" indent="0" algn="ctr" defTabSz="2438338" rtl="0" fontAlgn="auto" latinLnBrk="0" hangingPunct="0">
              <a:lnSpc>
                <a:spcPct val="90000"/>
              </a:lnSpc>
              <a:spcBef>
                <a:spcPts val="4500"/>
              </a:spcBef>
              <a:spcAft>
                <a:spcPts val="0"/>
              </a:spcAft>
              <a:buClrTx/>
              <a:buSzTx/>
              <a:buFontTx/>
              <a:buNone/>
              <a:tabLst/>
            </a:pPr>
            <a:endParaRPr kumimoji="0" lang="en-US" sz="1800" b="0" i="0" u="none" strike="noStrike" cap="none" spc="0" normalizeH="0" baseline="0" dirty="0">
              <a:ln>
                <a:noFill/>
              </a:ln>
              <a:solidFill>
                <a:srgbClr val="FFFFFF"/>
              </a:solidFill>
              <a:effectLst/>
              <a:uFillTx/>
              <a:latin typeface="Roboto"/>
              <a:ea typeface="Roboto"/>
              <a:cs typeface="Roboto"/>
              <a:sym typeface="Roboto"/>
            </a:endParaRPr>
          </a:p>
        </p:txBody>
      </p:sp>
      <p:sp>
        <p:nvSpPr>
          <p:cNvPr id="45" name="TextBox 44">
            <a:extLst>
              <a:ext uri="{FF2B5EF4-FFF2-40B4-BE49-F238E27FC236}">
                <a16:creationId xmlns:a16="http://schemas.microsoft.com/office/drawing/2014/main" id="{E0865BB3-AF58-AF1B-58FA-D2E201FF70AE}"/>
              </a:ext>
            </a:extLst>
          </p:cNvPr>
          <p:cNvSpPr txBox="1"/>
          <p:nvPr/>
        </p:nvSpPr>
        <p:spPr>
          <a:xfrm>
            <a:off x="3294327" y="10340712"/>
            <a:ext cx="1846520" cy="2004651"/>
          </a:xfrm>
          <a:custGeom>
            <a:avLst/>
            <a:gdLst>
              <a:gd name="csX0" fmla="*/ 0 w 1846520"/>
              <a:gd name="csY0" fmla="*/ 0 h 2004651"/>
              <a:gd name="csX1" fmla="*/ 443165 w 1846520"/>
              <a:gd name="csY1" fmla="*/ 0 h 2004651"/>
              <a:gd name="csX2" fmla="*/ 849399 w 1846520"/>
              <a:gd name="csY2" fmla="*/ 0 h 2004651"/>
              <a:gd name="csX3" fmla="*/ 1347960 w 1846520"/>
              <a:gd name="csY3" fmla="*/ 0 h 2004651"/>
              <a:gd name="csX4" fmla="*/ 1846520 w 1846520"/>
              <a:gd name="csY4" fmla="*/ 0 h 2004651"/>
              <a:gd name="csX5" fmla="*/ 1846520 w 1846520"/>
              <a:gd name="csY5" fmla="*/ 481116 h 2004651"/>
              <a:gd name="csX6" fmla="*/ 1846520 w 1846520"/>
              <a:gd name="csY6" fmla="*/ 942186 h 2004651"/>
              <a:gd name="csX7" fmla="*/ 1846520 w 1846520"/>
              <a:gd name="csY7" fmla="*/ 1443349 h 2004651"/>
              <a:gd name="csX8" fmla="*/ 1846520 w 1846520"/>
              <a:gd name="csY8" fmla="*/ 2004651 h 2004651"/>
              <a:gd name="csX9" fmla="*/ 1421820 w 1846520"/>
              <a:gd name="csY9" fmla="*/ 2004651 h 2004651"/>
              <a:gd name="csX10" fmla="*/ 960190 w 1846520"/>
              <a:gd name="csY10" fmla="*/ 2004651 h 2004651"/>
              <a:gd name="csX11" fmla="*/ 498560 w 1846520"/>
              <a:gd name="csY11" fmla="*/ 2004651 h 2004651"/>
              <a:gd name="csX12" fmla="*/ 0 w 1846520"/>
              <a:gd name="csY12" fmla="*/ 2004651 h 2004651"/>
              <a:gd name="csX13" fmla="*/ 0 w 1846520"/>
              <a:gd name="csY13" fmla="*/ 1463395 h 2004651"/>
              <a:gd name="csX14" fmla="*/ 0 w 1846520"/>
              <a:gd name="csY14" fmla="*/ 922139 h 2004651"/>
              <a:gd name="csX15" fmla="*/ 0 w 1846520"/>
              <a:gd name="csY15" fmla="*/ 0 h 2004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46520" h="200465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47391" y="153622"/>
                  <a:pt x="1815808" y="341952"/>
                  <a:pt x="1846520" y="481116"/>
                </a:cubicBezTo>
                <a:cubicBezTo>
                  <a:pt x="1877232" y="620280"/>
                  <a:pt x="1801792" y="778566"/>
                  <a:pt x="1846520" y="942186"/>
                </a:cubicBezTo>
                <a:cubicBezTo>
                  <a:pt x="1891248" y="1105806"/>
                  <a:pt x="1788274" y="1241311"/>
                  <a:pt x="1846520" y="1443349"/>
                </a:cubicBezTo>
                <a:cubicBezTo>
                  <a:pt x="1904766" y="1645387"/>
                  <a:pt x="1835698" y="1795545"/>
                  <a:pt x="1846520" y="2004651"/>
                </a:cubicBezTo>
                <a:cubicBezTo>
                  <a:pt x="1685925" y="2051655"/>
                  <a:pt x="1578801" y="1958476"/>
                  <a:pt x="1421820" y="2004651"/>
                </a:cubicBezTo>
                <a:cubicBezTo>
                  <a:pt x="1264839" y="2050826"/>
                  <a:pt x="1169536" y="1953578"/>
                  <a:pt x="960190" y="2004651"/>
                </a:cubicBezTo>
                <a:cubicBezTo>
                  <a:pt x="750844" y="2055724"/>
                  <a:pt x="702721" y="2001141"/>
                  <a:pt x="498560" y="2004651"/>
                </a:cubicBezTo>
                <a:cubicBezTo>
                  <a:pt x="294399" y="2008161"/>
                  <a:pt x="233334" y="1998545"/>
                  <a:pt x="0" y="2004651"/>
                </a:cubicBezTo>
                <a:cubicBezTo>
                  <a:pt x="-27743" y="1876604"/>
                  <a:pt x="18225" y="1667768"/>
                  <a:pt x="0" y="1463395"/>
                </a:cubicBezTo>
                <a:cubicBezTo>
                  <a:pt x="-18225" y="1259022"/>
                  <a:pt x="47739" y="1187861"/>
                  <a:pt x="0" y="922139"/>
                </a:cubicBezTo>
                <a:cubicBezTo>
                  <a:pt x="-47739" y="656417"/>
                  <a:pt x="103857" y="348081"/>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What do my users want?</a:t>
            </a:r>
          </a:p>
          <a:p>
            <a:pPr marL="0" marR="0" indent="0" algn="ctr" defTabSz="2438338" rtl="0" fontAlgn="auto" latinLnBrk="0" hangingPunct="0">
              <a:lnSpc>
                <a:spcPct val="90000"/>
              </a:lnSpc>
              <a:spcBef>
                <a:spcPts val="4500"/>
              </a:spcBef>
              <a:spcAft>
                <a:spcPts val="0"/>
              </a:spcAft>
              <a:buClrTx/>
              <a:buSzTx/>
              <a:buFontTx/>
              <a:buNone/>
              <a:tabLst/>
            </a:pPr>
            <a:endParaRPr kumimoji="0" lang="en-US" sz="1800" b="0" i="0" u="none" strike="noStrike" cap="none" spc="0" normalizeH="0" baseline="0" dirty="0">
              <a:ln>
                <a:noFill/>
              </a:ln>
              <a:solidFill>
                <a:srgbClr val="FFFFFF"/>
              </a:solidFill>
              <a:effectLst/>
              <a:uFillTx/>
              <a:latin typeface="Roboto"/>
              <a:ea typeface="Roboto"/>
              <a:cs typeface="Roboto"/>
              <a:sym typeface="Roboto"/>
            </a:endParaRPr>
          </a:p>
        </p:txBody>
      </p:sp>
      <p:sp>
        <p:nvSpPr>
          <p:cNvPr id="46" name="TextBox 45">
            <a:extLst>
              <a:ext uri="{FF2B5EF4-FFF2-40B4-BE49-F238E27FC236}">
                <a16:creationId xmlns:a16="http://schemas.microsoft.com/office/drawing/2014/main" id="{A0012B96-A327-F3A9-C86A-423C0C681DC7}"/>
              </a:ext>
            </a:extLst>
          </p:cNvPr>
          <p:cNvSpPr txBox="1"/>
          <p:nvPr/>
        </p:nvSpPr>
        <p:spPr>
          <a:xfrm>
            <a:off x="5243617" y="8665208"/>
            <a:ext cx="1846520" cy="2503249"/>
          </a:xfrm>
          <a:custGeom>
            <a:avLst/>
            <a:gdLst>
              <a:gd name="csX0" fmla="*/ 0 w 1846520"/>
              <a:gd name="csY0" fmla="*/ 0 h 2503249"/>
              <a:gd name="csX1" fmla="*/ 443165 w 1846520"/>
              <a:gd name="csY1" fmla="*/ 0 h 2503249"/>
              <a:gd name="csX2" fmla="*/ 849399 w 1846520"/>
              <a:gd name="csY2" fmla="*/ 0 h 2503249"/>
              <a:gd name="csX3" fmla="*/ 1347960 w 1846520"/>
              <a:gd name="csY3" fmla="*/ 0 h 2503249"/>
              <a:gd name="csX4" fmla="*/ 1846520 w 1846520"/>
              <a:gd name="csY4" fmla="*/ 0 h 2503249"/>
              <a:gd name="csX5" fmla="*/ 1846520 w 1846520"/>
              <a:gd name="csY5" fmla="*/ 475617 h 2503249"/>
              <a:gd name="csX6" fmla="*/ 1846520 w 1846520"/>
              <a:gd name="csY6" fmla="*/ 926202 h 2503249"/>
              <a:gd name="csX7" fmla="*/ 1846520 w 1846520"/>
              <a:gd name="csY7" fmla="*/ 1426852 h 2503249"/>
              <a:gd name="csX8" fmla="*/ 1846520 w 1846520"/>
              <a:gd name="csY8" fmla="*/ 1927502 h 2503249"/>
              <a:gd name="csX9" fmla="*/ 1846520 w 1846520"/>
              <a:gd name="csY9" fmla="*/ 2503249 h 2503249"/>
              <a:gd name="csX10" fmla="*/ 1421820 w 1846520"/>
              <a:gd name="csY10" fmla="*/ 2503249 h 2503249"/>
              <a:gd name="csX11" fmla="*/ 960190 w 1846520"/>
              <a:gd name="csY11" fmla="*/ 2503249 h 2503249"/>
              <a:gd name="csX12" fmla="*/ 517026 w 1846520"/>
              <a:gd name="csY12" fmla="*/ 2503249 h 2503249"/>
              <a:gd name="csX13" fmla="*/ 0 w 1846520"/>
              <a:gd name="csY13" fmla="*/ 2503249 h 2503249"/>
              <a:gd name="csX14" fmla="*/ 0 w 1846520"/>
              <a:gd name="csY14" fmla="*/ 1952534 h 2503249"/>
              <a:gd name="csX15" fmla="*/ 0 w 1846520"/>
              <a:gd name="csY15" fmla="*/ 1401819 h 2503249"/>
              <a:gd name="csX16" fmla="*/ 0 w 1846520"/>
              <a:gd name="csY16" fmla="*/ 901170 h 2503249"/>
              <a:gd name="csX17" fmla="*/ 0 w 1846520"/>
              <a:gd name="csY17" fmla="*/ 0 h 250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846520" h="2503249"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62574" y="125540"/>
                  <a:pt x="1814418" y="315597"/>
                  <a:pt x="1846520" y="475617"/>
                </a:cubicBezTo>
                <a:cubicBezTo>
                  <a:pt x="1878622" y="635637"/>
                  <a:pt x="1835477" y="821578"/>
                  <a:pt x="1846520" y="926202"/>
                </a:cubicBezTo>
                <a:cubicBezTo>
                  <a:pt x="1857563" y="1030827"/>
                  <a:pt x="1830835" y="1244670"/>
                  <a:pt x="1846520" y="1426852"/>
                </a:cubicBezTo>
                <a:cubicBezTo>
                  <a:pt x="1862205" y="1609034"/>
                  <a:pt x="1828941" y="1688808"/>
                  <a:pt x="1846520" y="1927502"/>
                </a:cubicBezTo>
                <a:cubicBezTo>
                  <a:pt x="1864099" y="2166196"/>
                  <a:pt x="1819449" y="2257461"/>
                  <a:pt x="1846520" y="2503249"/>
                </a:cubicBezTo>
                <a:cubicBezTo>
                  <a:pt x="1697628" y="2517190"/>
                  <a:pt x="1536523" y="2457179"/>
                  <a:pt x="1421820" y="2503249"/>
                </a:cubicBezTo>
                <a:cubicBezTo>
                  <a:pt x="1307117" y="2549319"/>
                  <a:pt x="1164351" y="2499739"/>
                  <a:pt x="960190" y="2503249"/>
                </a:cubicBezTo>
                <a:cubicBezTo>
                  <a:pt x="756029" y="2506759"/>
                  <a:pt x="722383" y="2487760"/>
                  <a:pt x="517026" y="2503249"/>
                </a:cubicBezTo>
                <a:cubicBezTo>
                  <a:pt x="311669" y="2518738"/>
                  <a:pt x="202155" y="2458276"/>
                  <a:pt x="0" y="2503249"/>
                </a:cubicBezTo>
                <a:cubicBezTo>
                  <a:pt x="-52688" y="2277115"/>
                  <a:pt x="51373" y="2092220"/>
                  <a:pt x="0" y="1952534"/>
                </a:cubicBezTo>
                <a:cubicBezTo>
                  <a:pt x="-51373" y="1812848"/>
                  <a:pt x="31955" y="1555458"/>
                  <a:pt x="0" y="1401819"/>
                </a:cubicBezTo>
                <a:cubicBezTo>
                  <a:pt x="-31955" y="1248180"/>
                  <a:pt x="220" y="1134421"/>
                  <a:pt x="0" y="901170"/>
                </a:cubicBezTo>
                <a:cubicBezTo>
                  <a:pt x="-220" y="667919"/>
                  <a:pt x="8334" y="354148"/>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What is my problem? </a:t>
            </a:r>
          </a:p>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What about a potential solution?</a:t>
            </a:r>
          </a:p>
        </p:txBody>
      </p:sp>
      <p:sp>
        <p:nvSpPr>
          <p:cNvPr id="48" name="TextBox 47">
            <a:extLst>
              <a:ext uri="{FF2B5EF4-FFF2-40B4-BE49-F238E27FC236}">
                <a16:creationId xmlns:a16="http://schemas.microsoft.com/office/drawing/2014/main" id="{776DB6CE-5376-2FE4-23F0-3A9D082C13FA}"/>
              </a:ext>
            </a:extLst>
          </p:cNvPr>
          <p:cNvSpPr txBox="1"/>
          <p:nvPr/>
        </p:nvSpPr>
        <p:spPr>
          <a:xfrm>
            <a:off x="7373680" y="12556677"/>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User Stories</a:t>
            </a:r>
          </a:p>
        </p:txBody>
      </p:sp>
      <p:sp>
        <p:nvSpPr>
          <p:cNvPr id="51" name="TextBox 50">
            <a:extLst>
              <a:ext uri="{FF2B5EF4-FFF2-40B4-BE49-F238E27FC236}">
                <a16:creationId xmlns:a16="http://schemas.microsoft.com/office/drawing/2014/main" id="{E59E3BB9-2137-AD9A-A904-CA5E936D1967}"/>
              </a:ext>
            </a:extLst>
          </p:cNvPr>
          <p:cNvSpPr txBox="1"/>
          <p:nvPr/>
        </p:nvSpPr>
        <p:spPr>
          <a:xfrm>
            <a:off x="9294624" y="10475892"/>
            <a:ext cx="1846520" cy="1178271"/>
          </a:xfrm>
          <a:custGeom>
            <a:avLst/>
            <a:gdLst>
              <a:gd name="csX0" fmla="*/ 0 w 1846520"/>
              <a:gd name="csY0" fmla="*/ 0 h 1178271"/>
              <a:gd name="csX1" fmla="*/ 443165 w 1846520"/>
              <a:gd name="csY1" fmla="*/ 0 h 1178271"/>
              <a:gd name="csX2" fmla="*/ 849399 w 1846520"/>
              <a:gd name="csY2" fmla="*/ 0 h 1178271"/>
              <a:gd name="csX3" fmla="*/ 1347960 w 1846520"/>
              <a:gd name="csY3" fmla="*/ 0 h 1178271"/>
              <a:gd name="csX4" fmla="*/ 1846520 w 1846520"/>
              <a:gd name="csY4" fmla="*/ 0 h 1178271"/>
              <a:gd name="csX5" fmla="*/ 1846520 w 1846520"/>
              <a:gd name="csY5" fmla="*/ 577353 h 1178271"/>
              <a:gd name="csX6" fmla="*/ 1846520 w 1846520"/>
              <a:gd name="csY6" fmla="*/ 1178271 h 1178271"/>
              <a:gd name="csX7" fmla="*/ 1384890 w 1846520"/>
              <a:gd name="csY7" fmla="*/ 1178271 h 1178271"/>
              <a:gd name="csX8" fmla="*/ 886330 w 1846520"/>
              <a:gd name="csY8" fmla="*/ 1178271 h 1178271"/>
              <a:gd name="csX9" fmla="*/ 480095 w 1846520"/>
              <a:gd name="csY9" fmla="*/ 1178271 h 1178271"/>
              <a:gd name="csX10" fmla="*/ 0 w 1846520"/>
              <a:gd name="csY10" fmla="*/ 1178271 h 1178271"/>
              <a:gd name="csX11" fmla="*/ 0 w 1846520"/>
              <a:gd name="csY11" fmla="*/ 589136 h 1178271"/>
              <a:gd name="csX12" fmla="*/ 0 w 1846520"/>
              <a:gd name="csY12" fmla="*/ 0 h 11782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117827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87644" y="265108"/>
                  <a:pt x="1802569" y="336260"/>
                  <a:pt x="1846520" y="577353"/>
                </a:cubicBezTo>
                <a:cubicBezTo>
                  <a:pt x="1890471" y="818446"/>
                  <a:pt x="1839975" y="1038395"/>
                  <a:pt x="1846520" y="1178271"/>
                </a:cubicBezTo>
                <a:cubicBezTo>
                  <a:pt x="1646235" y="1229367"/>
                  <a:pt x="1591284" y="1159641"/>
                  <a:pt x="1384890" y="1178271"/>
                </a:cubicBezTo>
                <a:cubicBezTo>
                  <a:pt x="1178496" y="1196901"/>
                  <a:pt x="1045173" y="1162615"/>
                  <a:pt x="886330" y="1178271"/>
                </a:cubicBezTo>
                <a:cubicBezTo>
                  <a:pt x="727487" y="1193927"/>
                  <a:pt x="575476" y="1152564"/>
                  <a:pt x="480095" y="1178271"/>
                </a:cubicBezTo>
                <a:cubicBezTo>
                  <a:pt x="384714" y="1203978"/>
                  <a:pt x="151495" y="1154771"/>
                  <a:pt x="0" y="1178271"/>
                </a:cubicBezTo>
                <a:cubicBezTo>
                  <a:pt x="-29422" y="1008134"/>
                  <a:pt x="63421" y="707790"/>
                  <a:pt x="0" y="589136"/>
                </a:cubicBezTo>
                <a:cubicBezTo>
                  <a:pt x="-63421" y="470482"/>
                  <a:pt x="52149" y="158493"/>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lang="en-US" sz="1800" dirty="0"/>
              <a:t>Envisage the solution</a:t>
            </a:r>
            <a:endParaRPr kumimoji="0" lang="en-US" sz="1800" b="0" i="0" u="none" strike="noStrike" cap="none" spc="0" normalizeH="0" baseline="0" dirty="0">
              <a:ln>
                <a:noFill/>
              </a:ln>
              <a:solidFill>
                <a:srgbClr val="FFFFFF"/>
              </a:solidFill>
              <a:effectLst/>
              <a:uFillTx/>
              <a:latin typeface="Roboto"/>
              <a:ea typeface="Roboto"/>
              <a:cs typeface="Roboto"/>
              <a:sym typeface="Roboto"/>
            </a:endParaRPr>
          </a:p>
        </p:txBody>
      </p:sp>
      <p:sp>
        <p:nvSpPr>
          <p:cNvPr id="52" name="TextBox 51">
            <a:extLst>
              <a:ext uri="{FF2B5EF4-FFF2-40B4-BE49-F238E27FC236}">
                <a16:creationId xmlns:a16="http://schemas.microsoft.com/office/drawing/2014/main" id="{29D66F46-A826-D6E8-CC5A-FC18F4A915B0}"/>
              </a:ext>
            </a:extLst>
          </p:cNvPr>
          <p:cNvSpPr txBox="1"/>
          <p:nvPr/>
        </p:nvSpPr>
        <p:spPr>
          <a:xfrm>
            <a:off x="13161328" y="9763992"/>
            <a:ext cx="1846520" cy="2004651"/>
          </a:xfrm>
          <a:custGeom>
            <a:avLst/>
            <a:gdLst>
              <a:gd name="csX0" fmla="*/ 0 w 1846520"/>
              <a:gd name="csY0" fmla="*/ 0 h 2004651"/>
              <a:gd name="csX1" fmla="*/ 443165 w 1846520"/>
              <a:gd name="csY1" fmla="*/ 0 h 2004651"/>
              <a:gd name="csX2" fmla="*/ 849399 w 1846520"/>
              <a:gd name="csY2" fmla="*/ 0 h 2004651"/>
              <a:gd name="csX3" fmla="*/ 1347960 w 1846520"/>
              <a:gd name="csY3" fmla="*/ 0 h 2004651"/>
              <a:gd name="csX4" fmla="*/ 1846520 w 1846520"/>
              <a:gd name="csY4" fmla="*/ 0 h 2004651"/>
              <a:gd name="csX5" fmla="*/ 1846520 w 1846520"/>
              <a:gd name="csY5" fmla="*/ 481116 h 2004651"/>
              <a:gd name="csX6" fmla="*/ 1846520 w 1846520"/>
              <a:gd name="csY6" fmla="*/ 942186 h 2004651"/>
              <a:gd name="csX7" fmla="*/ 1846520 w 1846520"/>
              <a:gd name="csY7" fmla="*/ 1443349 h 2004651"/>
              <a:gd name="csX8" fmla="*/ 1846520 w 1846520"/>
              <a:gd name="csY8" fmla="*/ 2004651 h 2004651"/>
              <a:gd name="csX9" fmla="*/ 1421820 w 1846520"/>
              <a:gd name="csY9" fmla="*/ 2004651 h 2004651"/>
              <a:gd name="csX10" fmla="*/ 960190 w 1846520"/>
              <a:gd name="csY10" fmla="*/ 2004651 h 2004651"/>
              <a:gd name="csX11" fmla="*/ 498560 w 1846520"/>
              <a:gd name="csY11" fmla="*/ 2004651 h 2004651"/>
              <a:gd name="csX12" fmla="*/ 0 w 1846520"/>
              <a:gd name="csY12" fmla="*/ 2004651 h 2004651"/>
              <a:gd name="csX13" fmla="*/ 0 w 1846520"/>
              <a:gd name="csY13" fmla="*/ 1463395 h 2004651"/>
              <a:gd name="csX14" fmla="*/ 0 w 1846520"/>
              <a:gd name="csY14" fmla="*/ 922139 h 2004651"/>
              <a:gd name="csX15" fmla="*/ 0 w 1846520"/>
              <a:gd name="csY15" fmla="*/ 0 h 2004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46520" h="200465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47391" y="153622"/>
                  <a:pt x="1815808" y="341952"/>
                  <a:pt x="1846520" y="481116"/>
                </a:cubicBezTo>
                <a:cubicBezTo>
                  <a:pt x="1877232" y="620280"/>
                  <a:pt x="1801792" y="778566"/>
                  <a:pt x="1846520" y="942186"/>
                </a:cubicBezTo>
                <a:cubicBezTo>
                  <a:pt x="1891248" y="1105806"/>
                  <a:pt x="1788274" y="1241311"/>
                  <a:pt x="1846520" y="1443349"/>
                </a:cubicBezTo>
                <a:cubicBezTo>
                  <a:pt x="1904766" y="1645387"/>
                  <a:pt x="1835698" y="1795545"/>
                  <a:pt x="1846520" y="2004651"/>
                </a:cubicBezTo>
                <a:cubicBezTo>
                  <a:pt x="1685925" y="2051655"/>
                  <a:pt x="1578801" y="1958476"/>
                  <a:pt x="1421820" y="2004651"/>
                </a:cubicBezTo>
                <a:cubicBezTo>
                  <a:pt x="1264839" y="2050826"/>
                  <a:pt x="1169536" y="1953578"/>
                  <a:pt x="960190" y="2004651"/>
                </a:cubicBezTo>
                <a:cubicBezTo>
                  <a:pt x="750844" y="2055724"/>
                  <a:pt x="702721" y="2001141"/>
                  <a:pt x="498560" y="2004651"/>
                </a:cubicBezTo>
                <a:cubicBezTo>
                  <a:pt x="294399" y="2008161"/>
                  <a:pt x="233334" y="1998545"/>
                  <a:pt x="0" y="2004651"/>
                </a:cubicBezTo>
                <a:cubicBezTo>
                  <a:pt x="-27743" y="1876604"/>
                  <a:pt x="18225" y="1667768"/>
                  <a:pt x="0" y="1463395"/>
                </a:cubicBezTo>
                <a:cubicBezTo>
                  <a:pt x="-18225" y="1259022"/>
                  <a:pt x="47739" y="1187861"/>
                  <a:pt x="0" y="922139"/>
                </a:cubicBezTo>
                <a:cubicBezTo>
                  <a:pt x="-47739" y="656417"/>
                  <a:pt x="103857" y="348081"/>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Test and Iterate</a:t>
            </a:r>
          </a:p>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Did you consider accessibility?</a:t>
            </a:r>
          </a:p>
        </p:txBody>
      </p:sp>
      <p:sp>
        <p:nvSpPr>
          <p:cNvPr id="53" name="TextBox 52">
            <a:extLst>
              <a:ext uri="{FF2B5EF4-FFF2-40B4-BE49-F238E27FC236}">
                <a16:creationId xmlns:a16="http://schemas.microsoft.com/office/drawing/2014/main" id="{8FB56E79-860D-A5FB-9B53-6AFD7A37C902}"/>
              </a:ext>
            </a:extLst>
          </p:cNvPr>
          <p:cNvSpPr txBox="1"/>
          <p:nvPr/>
        </p:nvSpPr>
        <p:spPr>
          <a:xfrm>
            <a:off x="15295971" y="12304085"/>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Test and Iterate</a:t>
            </a:r>
          </a:p>
        </p:txBody>
      </p:sp>
      <p:sp>
        <p:nvSpPr>
          <p:cNvPr id="56" name="TextBox 55">
            <a:extLst>
              <a:ext uri="{FF2B5EF4-FFF2-40B4-BE49-F238E27FC236}">
                <a16:creationId xmlns:a16="http://schemas.microsoft.com/office/drawing/2014/main" id="{F1002B62-9D3E-7DAE-4B0B-3D1EA7BBEF51}"/>
              </a:ext>
            </a:extLst>
          </p:cNvPr>
          <p:cNvSpPr txBox="1"/>
          <p:nvPr/>
        </p:nvSpPr>
        <p:spPr>
          <a:xfrm>
            <a:off x="17183980" y="10466180"/>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Test and Iterate</a:t>
            </a:r>
          </a:p>
        </p:txBody>
      </p:sp>
      <p:sp>
        <p:nvSpPr>
          <p:cNvPr id="57" name="TextBox 56">
            <a:extLst>
              <a:ext uri="{FF2B5EF4-FFF2-40B4-BE49-F238E27FC236}">
                <a16:creationId xmlns:a16="http://schemas.microsoft.com/office/drawing/2014/main" id="{52C53263-AA27-F3A2-0249-101112E8D231}"/>
              </a:ext>
            </a:extLst>
          </p:cNvPr>
          <p:cNvSpPr txBox="1"/>
          <p:nvPr/>
        </p:nvSpPr>
        <p:spPr>
          <a:xfrm>
            <a:off x="19250023" y="11793566"/>
            <a:ext cx="1846520" cy="1178271"/>
          </a:xfrm>
          <a:custGeom>
            <a:avLst/>
            <a:gdLst>
              <a:gd name="csX0" fmla="*/ 0 w 1846520"/>
              <a:gd name="csY0" fmla="*/ 0 h 1178271"/>
              <a:gd name="csX1" fmla="*/ 443165 w 1846520"/>
              <a:gd name="csY1" fmla="*/ 0 h 1178271"/>
              <a:gd name="csX2" fmla="*/ 849399 w 1846520"/>
              <a:gd name="csY2" fmla="*/ 0 h 1178271"/>
              <a:gd name="csX3" fmla="*/ 1347960 w 1846520"/>
              <a:gd name="csY3" fmla="*/ 0 h 1178271"/>
              <a:gd name="csX4" fmla="*/ 1846520 w 1846520"/>
              <a:gd name="csY4" fmla="*/ 0 h 1178271"/>
              <a:gd name="csX5" fmla="*/ 1846520 w 1846520"/>
              <a:gd name="csY5" fmla="*/ 577353 h 1178271"/>
              <a:gd name="csX6" fmla="*/ 1846520 w 1846520"/>
              <a:gd name="csY6" fmla="*/ 1178271 h 1178271"/>
              <a:gd name="csX7" fmla="*/ 1384890 w 1846520"/>
              <a:gd name="csY7" fmla="*/ 1178271 h 1178271"/>
              <a:gd name="csX8" fmla="*/ 886330 w 1846520"/>
              <a:gd name="csY8" fmla="*/ 1178271 h 1178271"/>
              <a:gd name="csX9" fmla="*/ 480095 w 1846520"/>
              <a:gd name="csY9" fmla="*/ 1178271 h 1178271"/>
              <a:gd name="csX10" fmla="*/ 0 w 1846520"/>
              <a:gd name="csY10" fmla="*/ 1178271 h 1178271"/>
              <a:gd name="csX11" fmla="*/ 0 w 1846520"/>
              <a:gd name="csY11" fmla="*/ 589136 h 1178271"/>
              <a:gd name="csX12" fmla="*/ 0 w 1846520"/>
              <a:gd name="csY12" fmla="*/ 0 h 11782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117827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87644" y="265108"/>
                  <a:pt x="1802569" y="336260"/>
                  <a:pt x="1846520" y="577353"/>
                </a:cubicBezTo>
                <a:cubicBezTo>
                  <a:pt x="1890471" y="818446"/>
                  <a:pt x="1839975" y="1038395"/>
                  <a:pt x="1846520" y="1178271"/>
                </a:cubicBezTo>
                <a:cubicBezTo>
                  <a:pt x="1646235" y="1229367"/>
                  <a:pt x="1591284" y="1159641"/>
                  <a:pt x="1384890" y="1178271"/>
                </a:cubicBezTo>
                <a:cubicBezTo>
                  <a:pt x="1178496" y="1196901"/>
                  <a:pt x="1045173" y="1162615"/>
                  <a:pt x="886330" y="1178271"/>
                </a:cubicBezTo>
                <a:cubicBezTo>
                  <a:pt x="727487" y="1193927"/>
                  <a:pt x="575476" y="1152564"/>
                  <a:pt x="480095" y="1178271"/>
                </a:cubicBezTo>
                <a:cubicBezTo>
                  <a:pt x="384714" y="1203978"/>
                  <a:pt x="151495" y="1154771"/>
                  <a:pt x="0" y="1178271"/>
                </a:cubicBezTo>
                <a:cubicBezTo>
                  <a:pt x="-29422" y="1008134"/>
                  <a:pt x="63421" y="707790"/>
                  <a:pt x="0" y="589136"/>
                </a:cubicBezTo>
                <a:cubicBezTo>
                  <a:pt x="-63421" y="470482"/>
                  <a:pt x="52149" y="158493"/>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Document and present</a:t>
            </a:r>
          </a:p>
        </p:txBody>
      </p:sp>
      <p:sp>
        <p:nvSpPr>
          <p:cNvPr id="2" name="Rounded Rectangle 1">
            <a:extLst>
              <a:ext uri="{FF2B5EF4-FFF2-40B4-BE49-F238E27FC236}">
                <a16:creationId xmlns:a16="http://schemas.microsoft.com/office/drawing/2014/main" id="{38708088-DC95-A882-920C-F91548D805D1}"/>
              </a:ext>
            </a:extLst>
          </p:cNvPr>
          <p:cNvSpPr/>
          <p:nvPr/>
        </p:nvSpPr>
        <p:spPr>
          <a:xfrm>
            <a:off x="971108" y="8061727"/>
            <a:ext cx="6205553" cy="4407162"/>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38" name="Rounded Rectangle 37">
            <a:extLst>
              <a:ext uri="{FF2B5EF4-FFF2-40B4-BE49-F238E27FC236}">
                <a16:creationId xmlns:a16="http://schemas.microsoft.com/office/drawing/2014/main" id="{603001DF-D1F4-3930-5604-45ED779643C7}"/>
              </a:ext>
            </a:extLst>
          </p:cNvPr>
          <p:cNvSpPr/>
          <p:nvPr/>
        </p:nvSpPr>
        <p:spPr>
          <a:xfrm>
            <a:off x="1266600" y="7013309"/>
            <a:ext cx="6107065" cy="1076879"/>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39" name="Rounded Rectangle 38">
            <a:extLst>
              <a:ext uri="{FF2B5EF4-FFF2-40B4-BE49-F238E27FC236}">
                <a16:creationId xmlns:a16="http://schemas.microsoft.com/office/drawing/2014/main" id="{3ECB4ECE-7FEB-7F8A-F817-6941FFBBA5F2}"/>
              </a:ext>
            </a:extLst>
          </p:cNvPr>
          <p:cNvSpPr/>
          <p:nvPr/>
        </p:nvSpPr>
        <p:spPr>
          <a:xfrm>
            <a:off x="5746283" y="5627163"/>
            <a:ext cx="1828798" cy="1396844"/>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3836121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Next week – Point of Views"/>
          <p:cNvSpPr txBox="1">
            <a:spLocks noGrp="1"/>
          </p:cNvSpPr>
          <p:nvPr>
            <p:ph type="title"/>
          </p:nvPr>
        </p:nvSpPr>
        <p:spPr>
          <a:prstGeom prst="rect">
            <a:avLst/>
          </a:prstGeom>
        </p:spPr>
        <p:txBody>
          <a:bodyPr>
            <a:normAutofit/>
          </a:bodyPr>
          <a:lstStyle/>
          <a:p>
            <a:r>
              <a:rPr dirty="0"/>
              <a:t>Next week – </a:t>
            </a:r>
            <a:r>
              <a:rPr lang="en-AU" dirty="0"/>
              <a:t>Prototyping</a:t>
            </a:r>
            <a:endParaRPr dirty="0"/>
          </a:p>
        </p:txBody>
      </p:sp>
      <p:sp>
        <p:nvSpPr>
          <p:cNvPr id="170" name="Focus on who’ll use or is affected by your project"/>
          <p:cNvSpPr txBox="1">
            <a:spLocks noGrp="1"/>
          </p:cNvSpPr>
          <p:nvPr>
            <p:ph type="body" idx="21"/>
          </p:nvPr>
        </p:nvSpPr>
        <p:spPr>
          <a:xfrm>
            <a:off x="1206500" y="3280092"/>
            <a:ext cx="21971000" cy="143316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r>
              <a:rPr lang="en-AU" dirty="0"/>
              <a:t>Prototyping successfully </a:t>
            </a:r>
          </a:p>
        </p:txBody>
      </p:sp>
      <p:sp>
        <p:nvSpPr>
          <p:cNvPr id="171" name="A good way of capturing user insights ahead of the ideation phase is to formulate Point of Views.…"/>
          <p:cNvSpPr txBox="1">
            <a:spLocks noGrp="1"/>
          </p:cNvSpPr>
          <p:nvPr>
            <p:ph type="body" sz="half" idx="1"/>
          </p:nvPr>
        </p:nvSpPr>
        <p:spPr>
          <a:xfrm>
            <a:off x="1206500" y="5099558"/>
            <a:ext cx="10206567" cy="7220011"/>
          </a:xfrm>
          <a:prstGeom prst="rect">
            <a:avLst/>
          </a:prstGeom>
        </p:spPr>
        <p:txBody>
          <a:bodyPr>
            <a:normAutofit/>
          </a:bodyPr>
          <a:lstStyle/>
          <a:p>
            <a:r>
              <a:rPr lang="en-US" dirty="0"/>
              <a:t>Let’s use Figma to create a little prototype from some of the user stories you created in your classes last week. </a:t>
            </a:r>
            <a:endParaRPr lang="en-AU" dirty="0"/>
          </a:p>
        </p:txBody>
      </p:sp>
      <p:pic>
        <p:nvPicPr>
          <p:cNvPr id="3" name="Picture 2" descr="Graphical user interface, application, Teams&#10;&#10;Description automatically generated">
            <a:extLst>
              <a:ext uri="{FF2B5EF4-FFF2-40B4-BE49-F238E27FC236}">
                <a16:creationId xmlns:a16="http://schemas.microsoft.com/office/drawing/2014/main" id="{B98045C2-2139-D5BB-9922-E34BA601E5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5017" y="3280092"/>
            <a:ext cx="11874500" cy="5143500"/>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Wrap"/>
          <p:cNvSpPr txBox="1">
            <a:spLocks noGrp="1"/>
          </p:cNvSpPr>
          <p:nvPr>
            <p:ph type="title"/>
          </p:nvPr>
        </p:nvSpPr>
        <p:spPr>
          <a:prstGeom prst="rect">
            <a:avLst/>
          </a:prstGeom>
        </p:spPr>
        <p:txBody>
          <a:bodyPr/>
          <a:lstStyle/>
          <a:p>
            <a:r>
              <a:rPr dirty="0"/>
              <a:t>Wrap</a:t>
            </a:r>
          </a:p>
        </p:txBody>
      </p:sp>
      <p:sp>
        <p:nvSpPr>
          <p:cNvPr id="207" name="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dirty="0"/>
              <a:t>5 minutes</a:t>
            </a:r>
          </a:p>
        </p:txBody>
      </p:sp>
      <p:sp>
        <p:nvSpPr>
          <p:cNvPr id="208" name="Brief reflection…"/>
          <p:cNvSpPr txBox="1">
            <a:spLocks noGrp="1"/>
          </p:cNvSpPr>
          <p:nvPr>
            <p:ph type="body" idx="1"/>
          </p:nvPr>
        </p:nvSpPr>
        <p:spPr>
          <a:xfrm>
            <a:off x="1206500" y="3994504"/>
            <a:ext cx="21971000" cy="7239377"/>
          </a:xfrm>
          <a:prstGeom prst="rect">
            <a:avLst/>
          </a:prstGeom>
        </p:spPr>
        <p:txBody>
          <a:bodyPr>
            <a:normAutofit/>
          </a:bodyPr>
          <a:lstStyle/>
          <a:p>
            <a:pPr lvl="0"/>
            <a:r>
              <a:rPr lang="en-US" i="1" dirty="0"/>
              <a:t>Reflection:</a:t>
            </a:r>
            <a:r>
              <a:rPr lang="en-US" dirty="0"/>
              <a:t> What do you think are the benefits of doing the user story mapping as a team?</a:t>
            </a:r>
          </a:p>
          <a:p>
            <a:pPr lvl="0"/>
            <a:endParaRPr lang="en-US" dirty="0"/>
          </a:p>
        </p:txBody>
      </p:sp>
      <p:graphicFrame>
        <p:nvGraphicFramePr>
          <p:cNvPr id="7" name="Table">
            <a:extLst>
              <a:ext uri="{FF2B5EF4-FFF2-40B4-BE49-F238E27FC236}">
                <a16:creationId xmlns:a16="http://schemas.microsoft.com/office/drawing/2014/main" id="{09377E2C-3D2B-543C-7EB5-BACE3ABDFB69}"/>
              </a:ext>
            </a:extLst>
          </p:cNvPr>
          <p:cNvGraphicFramePr/>
          <p:nvPr>
            <p:extLst>
              <p:ext uri="{D42A27DB-BD31-4B8C-83A1-F6EECF244321}">
                <p14:modId xmlns:p14="http://schemas.microsoft.com/office/powerpoint/2010/main" val="3388663319"/>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50000"/>
                      </a:schemeClr>
                    </a:solidFill>
                  </a:tcPr>
                </a:tc>
                <a:tc>
                  <a:txBody>
                    <a:bodyPr/>
                    <a:lstStyle/>
                    <a:p>
                      <a:pPr defTabSz="914400"/>
                      <a:r>
                        <a:rPr lang="en-AU" sz="2500" dirty="0"/>
                        <a:t>Mapping User Stories</a:t>
                      </a:r>
                      <a:endParaRPr sz="2500" dirty="0"/>
                    </a:p>
                  </a:txBody>
                  <a:tcPr marL="50800" marR="50800" marT="50800" marB="50800" anchor="ctr" horzOverflow="overflow">
                    <a:solidFill>
                      <a:schemeClr val="accent1">
                        <a:lumMod val="5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50000"/>
                      </a:schemeClr>
                    </a:solidFill>
                  </a:tcPr>
                </a:tc>
                <a:tc>
                  <a:txBody>
                    <a:bodyPr/>
                    <a:lstStyle/>
                    <a:p>
                      <a:pPr defTabSz="914400"/>
                      <a:r>
                        <a:rPr sz="2500" dirty="0"/>
                        <a:t>Wrap-up</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50000"/>
                      </a:schemeClr>
                    </a:solidFill>
                  </a:tcPr>
                </a:tc>
                <a:tc>
                  <a:txBody>
                    <a:bodyPr/>
                    <a:lstStyle/>
                    <a:p>
                      <a:pPr defTabSz="914400"/>
                      <a:r>
                        <a:rPr sz="2500" dirty="0"/>
                        <a:t>5 min</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50000"/>
                      </a:schemeClr>
                    </a:solidFill>
                  </a:tcPr>
                </a:tc>
                <a:tc>
                  <a:txBody>
                    <a:bodyPr/>
                    <a:lstStyle/>
                    <a:p>
                      <a:pPr defTabSz="914400"/>
                      <a:r>
                        <a:rPr sz="2500" dirty="0"/>
                        <a:t>group</a:t>
                      </a:r>
                    </a:p>
                  </a:txBody>
                  <a:tcPr marL="50800" marR="50800" marT="50800" marB="50800" anchor="ctr" horzOverflow="overflow">
                    <a:solidFill>
                      <a:schemeClr val="accent1">
                        <a:lumMod val="50000"/>
                      </a:schemeClr>
                    </a:solidFill>
                  </a:tcPr>
                </a:tc>
                <a:tc>
                  <a:txBody>
                    <a:bodyPr/>
                    <a:lstStyle/>
                    <a:p>
                      <a:pPr defTabSz="914400"/>
                      <a:r>
                        <a:rPr sz="2500" dirty="0"/>
                        <a:t>all</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theme/theme1.xml><?xml version="1.0" encoding="utf-8"?>
<a:theme xmlns:a="http://schemas.openxmlformats.org/drawingml/2006/main" name="21_BasicWhite">
  <a:themeElements>
    <a:clrScheme name="21_BasicWhite">
      <a:dk1>
        <a:srgbClr val="FFFFFF"/>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Clancy Bold"/>
        <a:ea typeface="Clancy Bold"/>
        <a:cs typeface="Clancy Bold"/>
      </a:majorFont>
      <a:minorFont>
        <a:latin typeface="Clancy Bold"/>
        <a:ea typeface="Clancy Bold"/>
        <a:cs typeface="Clancy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Clancy Bold"/>
        <a:ea typeface="Clancy Bold"/>
        <a:cs typeface="Clancy Bold"/>
      </a:majorFont>
      <a:minorFont>
        <a:latin typeface="Clancy Bold"/>
        <a:ea typeface="Clancy Bold"/>
        <a:cs typeface="Clancy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56F9A58BD2341903A5306054C943F" ma:contentTypeVersion="11" ma:contentTypeDescription="Create a new document." ma:contentTypeScope="" ma:versionID="460739ef011a59a0051bd4706ecd10be">
  <xsd:schema xmlns:xsd="http://www.w3.org/2001/XMLSchema" xmlns:xs="http://www.w3.org/2001/XMLSchema" xmlns:p="http://schemas.microsoft.com/office/2006/metadata/properties" xmlns:ns2="7261dd2c-0027-43ba-a5c0-fc06d6253d18" xmlns:ns3="0c5612db-57fd-4635-b0b8-9d02b23fd600" targetNamespace="http://schemas.microsoft.com/office/2006/metadata/properties" ma:root="true" ma:fieldsID="ba11ff6ed8f9ba65afbf1eb7a0d98946" ns2:_="" ns3:_="">
    <xsd:import namespace="7261dd2c-0027-43ba-a5c0-fc06d6253d18"/>
    <xsd:import namespace="0c5612db-57fd-4635-b0b8-9d02b23fd60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61dd2c-0027-43ba-a5c0-fc06d6253d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b026aac-6b52-4d7e-a64d-f3ee90946f56"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5612db-57fd-4635-b0b8-9d02b23fd600"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5f93fda-162d-4ad3-90f6-afa9d42648e2}" ma:internalName="TaxCatchAll" ma:showField="CatchAllData" ma:web="0c5612db-57fd-4635-b0b8-9d02b23fd6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261dd2c-0027-43ba-a5c0-fc06d6253d18">
      <Terms xmlns="http://schemas.microsoft.com/office/infopath/2007/PartnerControls"/>
    </lcf76f155ced4ddcb4097134ff3c332f>
    <TaxCatchAll xmlns="0c5612db-57fd-4635-b0b8-9d02b23fd60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8718B5-39CF-45D1-A785-0DB206003E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61dd2c-0027-43ba-a5c0-fc06d6253d18"/>
    <ds:schemaRef ds:uri="0c5612db-57fd-4635-b0b8-9d02b23fd6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3FEAF1-8FAE-4604-A4FD-C5E2F5B6D87E}">
  <ds:schemaRefs>
    <ds:schemaRef ds:uri="http://schemas.microsoft.com/office/infopath/2007/PartnerControls"/>
    <ds:schemaRef ds:uri="http://schemas.microsoft.com/office/2006/documentManagement/types"/>
    <ds:schemaRef ds:uri="2c84b31f-af7c-4218-9c41-4593708df83a"/>
    <ds:schemaRef ds:uri="http://purl.org/dc/terms/"/>
    <ds:schemaRef ds:uri="http://purl.org/dc/dcmitype/"/>
    <ds:schemaRef ds:uri="http://schemas.openxmlformats.org/package/2006/metadata/core-properties"/>
    <ds:schemaRef ds:uri="95a13eb2-3333-4aa4-8e1c-5c0de83d0fac"/>
    <ds:schemaRef ds:uri="http://purl.org/dc/elements/1.1/"/>
    <ds:schemaRef ds:uri="http://schemas.microsoft.com/office/2006/metadata/properties"/>
    <ds:schemaRef ds:uri="http://www.w3.org/XML/1998/namespace"/>
    <ds:schemaRef ds:uri="7261dd2c-0027-43ba-a5c0-fc06d6253d18"/>
    <ds:schemaRef ds:uri="0c5612db-57fd-4635-b0b8-9d02b23fd600"/>
  </ds:schemaRefs>
</ds:datastoreItem>
</file>

<file path=customXml/itemProps3.xml><?xml version="1.0" encoding="utf-8"?>
<ds:datastoreItem xmlns:ds="http://schemas.openxmlformats.org/officeDocument/2006/customXml" ds:itemID="{D403FE8F-4034-4C80-B0F5-91561A043DE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3346</TotalTime>
  <Words>1075</Words>
  <Application>Microsoft Office PowerPoint</Application>
  <PresentationFormat>Custom</PresentationFormat>
  <Paragraphs>124</Paragraphs>
  <Slides>11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Clancy Bold</vt:lpstr>
      <vt:lpstr>Clancy Light</vt:lpstr>
      <vt:lpstr>Clancy Regular</vt:lpstr>
      <vt:lpstr>Helvetica Neue</vt:lpstr>
      <vt:lpstr>Helvetica Neue Medium</vt:lpstr>
      <vt:lpstr>Roboto</vt:lpstr>
      <vt:lpstr>Wingdings</vt:lpstr>
      <vt:lpstr>21_BasicWhite</vt:lpstr>
      <vt:lpstr>Week 4 Mapping User Stories</vt:lpstr>
      <vt:lpstr>Overview – Mapping User Stories</vt:lpstr>
      <vt:lpstr>Overview – Why are we here today?</vt:lpstr>
      <vt:lpstr>Mapping User Stories</vt:lpstr>
      <vt:lpstr>Mapping User Stories</vt:lpstr>
      <vt:lpstr>Mapping User Stories</vt:lpstr>
      <vt:lpstr>Acceptance Criteria</vt:lpstr>
      <vt:lpstr>Group Work</vt:lpstr>
      <vt:lpstr>Group Work</vt:lpstr>
      <vt:lpstr>Next week – Prototyping</vt:lpstr>
      <vt:lpstr>Wrap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User research plan</dc:title>
  <cp:lastModifiedBy>LAUREN WOOD</cp:lastModifiedBy>
  <cp:revision>60</cp:revision>
  <dcterms:modified xsi:type="dcterms:W3CDTF">2026-05-28T08:46:04Z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0x010100F840389E955FC541B3239E68DC4BAD2C</vt:lpwstr>
  </property>
  <property fmtid="{D5CDD505-2E9C-101B-9397-08002B2CF9AE}" pid="3" name="MediaServiceImageTags">
    <vt:lpwstr/>
  </property>
  <property fmtid="{D5CDD505-2E9C-101B-9397-08002B2CF9AE}" pid="4" name="MSIP_Label_51a6c3db-1667-4f49-995a-8b9973972958_Enabled">
    <vt:lpwstr>true</vt:lpwstr>
  </property>
  <property fmtid="{D5CDD505-2E9C-101B-9397-08002B2CF9AE}" pid="5" name="MSIP_Label_51a6c3db-1667-4f49-995a-8b9973972958_SetDate">
    <vt:lpwstr>2026-05-28T08:46:04Z</vt:lpwstr>
  </property>
  <property fmtid="{D5CDD505-2E9C-101B-9397-08002B2CF9AE}" pid="6" name="MSIP_Label_51a6c3db-1667-4f49-995a-8b9973972958_Method">
    <vt:lpwstr>Standard</vt:lpwstr>
  </property>
  <property fmtid="{D5CDD505-2E9C-101B-9397-08002B2CF9AE}" pid="7" name="MSIP_Label_51a6c3db-1667-4f49-995a-8b9973972958_Name">
    <vt:lpwstr>UTS-Internal</vt:lpwstr>
  </property>
  <property fmtid="{D5CDD505-2E9C-101B-9397-08002B2CF9AE}" pid="8" name="MSIP_Label_51a6c3db-1667-4f49-995a-8b9973972958_SiteId">
    <vt:lpwstr>e8911c26-cf9f-4a9c-878e-527807be8791</vt:lpwstr>
  </property>
  <property fmtid="{D5CDD505-2E9C-101B-9397-08002B2CF9AE}" pid="9" name="MSIP_Label_51a6c3db-1667-4f49-995a-8b9973972958_ActionId">
    <vt:lpwstr>ef3720bc-066f-4827-979a-882ffdeea632</vt:lpwstr>
  </property>
  <property fmtid="{D5CDD505-2E9C-101B-9397-08002B2CF9AE}" pid="10" name="MSIP_Label_51a6c3db-1667-4f49-995a-8b9973972958_ContentBits">
    <vt:lpwstr>0</vt:lpwstr>
  </property>
  <property fmtid="{D5CDD505-2E9C-101B-9397-08002B2CF9AE}" pid="11" name="MSIP_Label_51a6c3db-1667-4f49-995a-8b9973972958_Tag">
    <vt:lpwstr>10, 3, 0, 1</vt:lpwstr>
  </property>
</Properties>
</file>