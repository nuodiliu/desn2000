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sldIdLst>
    <p:sldId id="256" r:id="rId5"/>
    <p:sldId id="257" r:id="rId6"/>
    <p:sldId id="258" r:id="rId7"/>
    <p:sldId id="260" r:id="rId8"/>
    <p:sldId id="274" r:id="rId9"/>
    <p:sldId id="278" r:id="rId10"/>
    <p:sldId id="279" r:id="rId11"/>
    <p:sldId id="280" r:id="rId12"/>
    <p:sldId id="275" r:id="rId13"/>
    <p:sldId id="277" r:id="rId14"/>
    <p:sldId id="272" r:id="rId15"/>
    <p:sldId id="276" r:id="rId16"/>
    <p:sldId id="265" r:id="rId17"/>
    <p:sldId id="273" r:id="rId18"/>
    <p:sldId id="259" r:id="rId19"/>
    <p:sldId id="266"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1pPr>
    <a:lvl2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2pPr>
    <a:lvl3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3pPr>
    <a:lvl4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4pPr>
    <a:lvl5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5pPr>
    <a:lvl6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6pPr>
    <a:lvl7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7pPr>
    <a:lvl8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8pPr>
    <a:lvl9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395" autoAdjust="0"/>
  </p:normalViewPr>
  <p:slideViewPr>
    <p:cSldViewPr snapToGrid="0">
      <p:cViewPr varScale="1">
        <p:scale>
          <a:sx n="29" d="100"/>
          <a:sy n="29" d="100"/>
        </p:scale>
        <p:origin x="99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Killingback" userId="5bbcbb06-817e-4404-b973-75ead74f89ed" providerId="ADAL" clId="{E8579624-BFF5-4E05-A23C-7EE45166FF88}"/>
    <pc:docChg chg="addSld">
      <pc:chgData name="Thomas Killingback" userId="5bbcbb06-817e-4404-b973-75ead74f89ed" providerId="ADAL" clId="{E8579624-BFF5-4E05-A23C-7EE45166FF88}" dt="2022-07-12T01:10:27.714" v="0" actId="680"/>
      <pc:docMkLst>
        <pc:docMk/>
      </pc:docMkLst>
      <pc:sldChg chg="new">
        <pc:chgData name="Thomas Killingback" userId="5bbcbb06-817e-4404-b973-75ead74f89ed" providerId="ADAL" clId="{E8579624-BFF5-4E05-A23C-7EE45166FF88}" dt="2022-07-12T01:10:27.714" v="0" actId="680"/>
        <pc:sldMkLst>
          <pc:docMk/>
          <pc:sldMk cId="909477928" sldId="277"/>
        </pc:sldMkLst>
      </pc:sldChg>
    </pc:docChg>
  </pc:docChgLst>
  <pc:docChgLst>
    <pc:chgData name="Sasha Vassar" userId="27bb7cd0-3f82-48f4-8afd-db89fdffd713" providerId="ADAL" clId="{CC7A8ECC-C137-804C-AAE6-BF9B44FC5BDA}"/>
    <pc:docChg chg="custSel addSld modSld">
      <pc:chgData name="Sasha Vassar" userId="27bb7cd0-3f82-48f4-8afd-db89fdffd713" providerId="ADAL" clId="{CC7A8ECC-C137-804C-AAE6-BF9B44FC5BDA}" dt="2022-07-10T22:46:05.215" v="533" actId="20577"/>
      <pc:docMkLst>
        <pc:docMk/>
      </pc:docMkLst>
      <pc:sldChg chg="modSp mod">
        <pc:chgData name="Sasha Vassar" userId="27bb7cd0-3f82-48f4-8afd-db89fdffd713" providerId="ADAL" clId="{CC7A8ECC-C137-804C-AAE6-BF9B44FC5BDA}" dt="2022-07-10T22:40:28.238" v="32" actId="20577"/>
        <pc:sldMkLst>
          <pc:docMk/>
          <pc:sldMk cId="0" sldId="257"/>
        </pc:sldMkLst>
        <pc:spChg chg="mod">
          <ac:chgData name="Sasha Vassar" userId="27bb7cd0-3f82-48f4-8afd-db89fdffd713" providerId="ADAL" clId="{CC7A8ECC-C137-804C-AAE6-BF9B44FC5BDA}" dt="2022-07-10T22:40:28.238" v="32" actId="20577"/>
          <ac:spMkLst>
            <pc:docMk/>
            <pc:sldMk cId="0" sldId="257"/>
            <ac:spMk id="160" creationId="{00000000-0000-0000-0000-000000000000}"/>
          </ac:spMkLst>
        </pc:spChg>
      </pc:sldChg>
      <pc:sldChg chg="modSp mod">
        <pc:chgData name="Sasha Vassar" userId="27bb7cd0-3f82-48f4-8afd-db89fdffd713" providerId="ADAL" clId="{CC7A8ECC-C137-804C-AAE6-BF9B44FC5BDA}" dt="2022-07-10T22:43:52.509" v="81" actId="20577"/>
        <pc:sldMkLst>
          <pc:docMk/>
          <pc:sldMk cId="0" sldId="258"/>
        </pc:sldMkLst>
        <pc:spChg chg="mod">
          <ac:chgData name="Sasha Vassar" userId="27bb7cd0-3f82-48f4-8afd-db89fdffd713" providerId="ADAL" clId="{CC7A8ECC-C137-804C-AAE6-BF9B44FC5BDA}" dt="2022-07-10T22:43:52.509" v="81" actId="20577"/>
          <ac:spMkLst>
            <pc:docMk/>
            <pc:sldMk cId="0" sldId="258"/>
            <ac:spMk id="7" creationId="{15CF7C65-8F4F-C2D4-DA67-08E5574B5002}"/>
          </ac:spMkLst>
        </pc:spChg>
      </pc:sldChg>
      <pc:sldChg chg="modSp mod">
        <pc:chgData name="Sasha Vassar" userId="27bb7cd0-3f82-48f4-8afd-db89fdffd713" providerId="ADAL" clId="{CC7A8ECC-C137-804C-AAE6-BF9B44FC5BDA}" dt="2022-07-07T22:31:33.144" v="2" actId="20577"/>
        <pc:sldMkLst>
          <pc:docMk/>
          <pc:sldMk cId="0" sldId="259"/>
        </pc:sldMkLst>
        <pc:spChg chg="mod">
          <ac:chgData name="Sasha Vassar" userId="27bb7cd0-3f82-48f4-8afd-db89fdffd713" providerId="ADAL" clId="{CC7A8ECC-C137-804C-AAE6-BF9B44FC5BDA}" dt="2022-07-07T22:31:33.144" v="2" actId="20577"/>
          <ac:spMkLst>
            <pc:docMk/>
            <pc:sldMk cId="0" sldId="259"/>
            <ac:spMk id="169" creationId="{00000000-0000-0000-0000-000000000000}"/>
          </ac:spMkLst>
        </pc:spChg>
      </pc:sldChg>
      <pc:sldChg chg="modSp add mod">
        <pc:chgData name="Sasha Vassar" userId="27bb7cd0-3f82-48f4-8afd-db89fdffd713" providerId="ADAL" clId="{CC7A8ECC-C137-804C-AAE6-BF9B44FC5BDA}" dt="2022-07-10T22:46:05.215" v="533" actId="20577"/>
        <pc:sldMkLst>
          <pc:docMk/>
          <pc:sldMk cId="2471673480" sldId="276"/>
        </pc:sldMkLst>
        <pc:spChg chg="mod">
          <ac:chgData name="Sasha Vassar" userId="27bb7cd0-3f82-48f4-8afd-db89fdffd713" providerId="ADAL" clId="{CC7A8ECC-C137-804C-AAE6-BF9B44FC5BDA}" dt="2022-07-10T22:44:23.446" v="112" actId="20577"/>
          <ac:spMkLst>
            <pc:docMk/>
            <pc:sldMk cId="2471673480" sldId="276"/>
            <ac:spMk id="175" creationId="{00000000-0000-0000-0000-000000000000}"/>
          </ac:spMkLst>
        </pc:spChg>
        <pc:spChg chg="mod">
          <ac:chgData name="Sasha Vassar" userId="27bb7cd0-3f82-48f4-8afd-db89fdffd713" providerId="ADAL" clId="{CC7A8ECC-C137-804C-AAE6-BF9B44FC5BDA}" dt="2022-07-10T22:46:05.215" v="533" actId="20577"/>
          <ac:spMkLst>
            <pc:docMk/>
            <pc:sldMk cId="2471673480" sldId="276"/>
            <ac:spMk id="17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5C3B13-0FD7-F448-95C4-EB2F0EB79E91}" type="doc">
      <dgm:prSet loTypeId="urn:microsoft.com/office/officeart/2005/8/layout/chevron1" loCatId="" qsTypeId="urn:microsoft.com/office/officeart/2005/8/quickstyle/simple4" qsCatId="simple" csTypeId="urn:microsoft.com/office/officeart/2005/8/colors/accent1_5" csCatId="accent1" phldr="1"/>
      <dgm:spPr/>
      <dgm:t>
        <a:bodyPr/>
        <a:lstStyle/>
        <a:p>
          <a:endParaRPr lang="en-GB"/>
        </a:p>
      </dgm:t>
    </dgm:pt>
    <dgm:pt modelId="{70858591-7BE8-B048-A85C-67AD25A6FDA0}">
      <dgm:prSet phldrT="[Text]"/>
      <dgm:spPr/>
      <dgm:t>
        <a:bodyPr/>
        <a:lstStyle/>
        <a:p>
          <a:r>
            <a:rPr lang="en-GB"/>
            <a:t>Week 1</a:t>
          </a:r>
        </a:p>
      </dgm:t>
    </dgm:pt>
    <dgm:pt modelId="{B7801F73-3AD9-9E4E-9ACE-1E32D84F468C}" type="parTrans" cxnId="{03E46632-795D-F441-84E3-2CAF15E3EAA2}">
      <dgm:prSet/>
      <dgm:spPr/>
      <dgm:t>
        <a:bodyPr/>
        <a:lstStyle/>
        <a:p>
          <a:endParaRPr lang="en-GB"/>
        </a:p>
      </dgm:t>
    </dgm:pt>
    <dgm:pt modelId="{A7D430FD-2719-8F47-A7C1-6471627DAE16}" type="sibTrans" cxnId="{03E46632-795D-F441-84E3-2CAF15E3EAA2}">
      <dgm:prSet/>
      <dgm:spPr/>
      <dgm:t>
        <a:bodyPr/>
        <a:lstStyle/>
        <a:p>
          <a:endParaRPr lang="en-GB"/>
        </a:p>
      </dgm:t>
    </dgm:pt>
    <dgm:pt modelId="{14CB9762-5DA2-2644-87E9-76E8DC9BAE09}">
      <dgm:prSet phldrT="[Text]"/>
      <dgm:spPr/>
      <dgm:t>
        <a:bodyPr/>
        <a:lstStyle/>
        <a:p>
          <a:r>
            <a:rPr lang="en-GB"/>
            <a:t>Week 2</a:t>
          </a:r>
        </a:p>
      </dgm:t>
    </dgm:pt>
    <dgm:pt modelId="{35AFBBC1-9F5A-FE4A-8E24-2A3F6CC380B4}" type="parTrans" cxnId="{F7B054B0-7ED0-C045-8C8A-9E480408E61E}">
      <dgm:prSet/>
      <dgm:spPr/>
      <dgm:t>
        <a:bodyPr/>
        <a:lstStyle/>
        <a:p>
          <a:endParaRPr lang="en-GB"/>
        </a:p>
      </dgm:t>
    </dgm:pt>
    <dgm:pt modelId="{936B532B-9663-834D-BDF9-9DD63C6B0BB8}" type="sibTrans" cxnId="{F7B054B0-7ED0-C045-8C8A-9E480408E61E}">
      <dgm:prSet/>
      <dgm:spPr/>
      <dgm:t>
        <a:bodyPr/>
        <a:lstStyle/>
        <a:p>
          <a:endParaRPr lang="en-GB"/>
        </a:p>
      </dgm:t>
    </dgm:pt>
    <dgm:pt modelId="{6FDA3540-CC63-4A42-904A-DDA3E35C3092}">
      <dgm:prSet phldrT="[Text]"/>
      <dgm:spPr/>
      <dgm:t>
        <a:bodyPr/>
        <a:lstStyle/>
        <a:p>
          <a:r>
            <a:rPr lang="en-GB"/>
            <a:t>Week 3</a:t>
          </a:r>
        </a:p>
      </dgm:t>
    </dgm:pt>
    <dgm:pt modelId="{748290F3-2B73-CF45-A00B-C4139BCF38F2}" type="parTrans" cxnId="{02DE4B68-9A8C-2045-AA49-A4EF1C613F0A}">
      <dgm:prSet/>
      <dgm:spPr/>
      <dgm:t>
        <a:bodyPr/>
        <a:lstStyle/>
        <a:p>
          <a:endParaRPr lang="en-GB"/>
        </a:p>
      </dgm:t>
    </dgm:pt>
    <dgm:pt modelId="{EB992C4D-B099-6547-BC37-057E362DE8A5}" type="sibTrans" cxnId="{02DE4B68-9A8C-2045-AA49-A4EF1C613F0A}">
      <dgm:prSet/>
      <dgm:spPr/>
      <dgm:t>
        <a:bodyPr/>
        <a:lstStyle/>
        <a:p>
          <a:endParaRPr lang="en-GB"/>
        </a:p>
      </dgm:t>
    </dgm:pt>
    <dgm:pt modelId="{E75CE971-22EB-F24C-8B7A-9E659D8FF1CE}">
      <dgm:prSet phldrT="[Text]"/>
      <dgm:spPr/>
      <dgm:t>
        <a:bodyPr/>
        <a:lstStyle/>
        <a:p>
          <a:r>
            <a:rPr lang="en-GB"/>
            <a:t>Week 4</a:t>
          </a:r>
        </a:p>
      </dgm:t>
    </dgm:pt>
    <dgm:pt modelId="{B5FB00C5-BB2E-3F4A-951A-1BC7CEDC6964}" type="parTrans" cxnId="{3765BBC7-BB9B-2D4E-954B-CBCF96923D01}">
      <dgm:prSet/>
      <dgm:spPr/>
      <dgm:t>
        <a:bodyPr/>
        <a:lstStyle/>
        <a:p>
          <a:endParaRPr lang="en-GB"/>
        </a:p>
      </dgm:t>
    </dgm:pt>
    <dgm:pt modelId="{AF3D9E68-7D26-9847-A01A-94EA3A36C783}" type="sibTrans" cxnId="{3765BBC7-BB9B-2D4E-954B-CBCF96923D01}">
      <dgm:prSet/>
      <dgm:spPr/>
      <dgm:t>
        <a:bodyPr/>
        <a:lstStyle/>
        <a:p>
          <a:endParaRPr lang="en-GB"/>
        </a:p>
      </dgm:t>
    </dgm:pt>
    <dgm:pt modelId="{E9896E72-C30A-674B-A949-2C2EF351DD93}">
      <dgm:prSet phldrT="[Text]"/>
      <dgm:spPr/>
      <dgm:t>
        <a:bodyPr/>
        <a:lstStyle/>
        <a:p>
          <a:r>
            <a:rPr lang="en-GB"/>
            <a:t>Week 5</a:t>
          </a:r>
        </a:p>
      </dgm:t>
    </dgm:pt>
    <dgm:pt modelId="{1DD7AE9B-EEF9-DF4D-9835-F020C5150076}" type="parTrans" cxnId="{2CBDB628-BD94-C547-9792-DFC8F169C3EB}">
      <dgm:prSet/>
      <dgm:spPr/>
      <dgm:t>
        <a:bodyPr/>
        <a:lstStyle/>
        <a:p>
          <a:endParaRPr lang="en-GB"/>
        </a:p>
      </dgm:t>
    </dgm:pt>
    <dgm:pt modelId="{19290954-644B-BF42-8692-77BE915441A8}" type="sibTrans" cxnId="{2CBDB628-BD94-C547-9792-DFC8F169C3EB}">
      <dgm:prSet/>
      <dgm:spPr/>
      <dgm:t>
        <a:bodyPr/>
        <a:lstStyle/>
        <a:p>
          <a:endParaRPr lang="en-GB"/>
        </a:p>
      </dgm:t>
    </dgm:pt>
    <dgm:pt modelId="{C628F686-66A1-054A-A61A-5B2452FB12E7}">
      <dgm:prSet phldrT="[Text]"/>
      <dgm:spPr/>
      <dgm:t>
        <a:bodyPr/>
        <a:lstStyle/>
        <a:p>
          <a:r>
            <a:rPr lang="en-GB"/>
            <a:t>Week 6</a:t>
          </a:r>
        </a:p>
      </dgm:t>
    </dgm:pt>
    <dgm:pt modelId="{32464112-857E-2243-8624-7A0817C590F9}" type="parTrans" cxnId="{0D0D6018-1438-AF4F-8A20-98AB23EFF781}">
      <dgm:prSet/>
      <dgm:spPr/>
      <dgm:t>
        <a:bodyPr/>
        <a:lstStyle/>
        <a:p>
          <a:endParaRPr lang="en-GB"/>
        </a:p>
      </dgm:t>
    </dgm:pt>
    <dgm:pt modelId="{E309D9AD-27A4-3442-A0F6-B0D6B91327C4}" type="sibTrans" cxnId="{0D0D6018-1438-AF4F-8A20-98AB23EFF781}">
      <dgm:prSet/>
      <dgm:spPr/>
      <dgm:t>
        <a:bodyPr/>
        <a:lstStyle/>
        <a:p>
          <a:endParaRPr lang="en-GB"/>
        </a:p>
      </dgm:t>
    </dgm:pt>
    <dgm:pt modelId="{8EC8828E-B9D2-F043-B4D9-2348AB0E3EE9}">
      <dgm:prSet phldrT="[Text]"/>
      <dgm:spPr/>
      <dgm:t>
        <a:bodyPr/>
        <a:lstStyle/>
        <a:p>
          <a:r>
            <a:rPr lang="en-GB"/>
            <a:t>Week 7</a:t>
          </a:r>
        </a:p>
      </dgm:t>
    </dgm:pt>
    <dgm:pt modelId="{CE0230E5-BC4C-9348-AE81-B992CC774717}" type="parTrans" cxnId="{D099A14C-57EC-7747-8182-507C7DAFBC68}">
      <dgm:prSet/>
      <dgm:spPr/>
      <dgm:t>
        <a:bodyPr/>
        <a:lstStyle/>
        <a:p>
          <a:endParaRPr lang="en-GB"/>
        </a:p>
      </dgm:t>
    </dgm:pt>
    <dgm:pt modelId="{F560B9D8-F9C0-F44C-A28F-4A4AC03CDB36}" type="sibTrans" cxnId="{D099A14C-57EC-7747-8182-507C7DAFBC68}">
      <dgm:prSet/>
      <dgm:spPr/>
      <dgm:t>
        <a:bodyPr/>
        <a:lstStyle/>
        <a:p>
          <a:endParaRPr lang="en-GB"/>
        </a:p>
      </dgm:t>
    </dgm:pt>
    <dgm:pt modelId="{798A7030-18AA-7244-A34F-D6433C4B0FC7}">
      <dgm:prSet phldrT="[Text]"/>
      <dgm:spPr/>
      <dgm:t>
        <a:bodyPr/>
        <a:lstStyle/>
        <a:p>
          <a:r>
            <a:rPr lang="en-GB"/>
            <a:t>Week 8</a:t>
          </a:r>
        </a:p>
      </dgm:t>
    </dgm:pt>
    <dgm:pt modelId="{5D8ED2BB-A936-3049-9EF9-B6E2982FC984}" type="parTrans" cxnId="{B955C57B-E942-624B-89B6-9E3DE6E02242}">
      <dgm:prSet/>
      <dgm:spPr/>
      <dgm:t>
        <a:bodyPr/>
        <a:lstStyle/>
        <a:p>
          <a:endParaRPr lang="en-GB"/>
        </a:p>
      </dgm:t>
    </dgm:pt>
    <dgm:pt modelId="{CF760D04-C1BC-AD4D-8DBF-022615E9358F}" type="sibTrans" cxnId="{B955C57B-E942-624B-89B6-9E3DE6E02242}">
      <dgm:prSet/>
      <dgm:spPr/>
      <dgm:t>
        <a:bodyPr/>
        <a:lstStyle/>
        <a:p>
          <a:endParaRPr lang="en-GB"/>
        </a:p>
      </dgm:t>
    </dgm:pt>
    <dgm:pt modelId="{F50C550B-89B1-624F-99AF-68585AD5BF59}">
      <dgm:prSet phldrT="[Text]"/>
      <dgm:spPr/>
      <dgm:t>
        <a:bodyPr/>
        <a:lstStyle/>
        <a:p>
          <a:r>
            <a:rPr lang="en-GB"/>
            <a:t>Week 9</a:t>
          </a:r>
        </a:p>
      </dgm:t>
    </dgm:pt>
    <dgm:pt modelId="{FB770DC4-D1F3-5544-9337-A208686371E9}" type="parTrans" cxnId="{BA604D10-0068-CC41-880E-4AF0249A2955}">
      <dgm:prSet/>
      <dgm:spPr/>
      <dgm:t>
        <a:bodyPr/>
        <a:lstStyle/>
        <a:p>
          <a:endParaRPr lang="en-GB"/>
        </a:p>
      </dgm:t>
    </dgm:pt>
    <dgm:pt modelId="{6F1A2D0F-129B-7343-898D-0B089686A7A1}" type="sibTrans" cxnId="{BA604D10-0068-CC41-880E-4AF0249A2955}">
      <dgm:prSet/>
      <dgm:spPr/>
      <dgm:t>
        <a:bodyPr/>
        <a:lstStyle/>
        <a:p>
          <a:endParaRPr lang="en-GB"/>
        </a:p>
      </dgm:t>
    </dgm:pt>
    <dgm:pt modelId="{57058A10-0590-4446-8E3D-F665BF917485}">
      <dgm:prSet phldrT="[Text]"/>
      <dgm:spPr/>
      <dgm:t>
        <a:bodyPr/>
        <a:lstStyle/>
        <a:p>
          <a:r>
            <a:rPr lang="en-GB"/>
            <a:t>Week 10</a:t>
          </a:r>
        </a:p>
      </dgm:t>
    </dgm:pt>
    <dgm:pt modelId="{30A88282-68CB-514C-9A41-D4C8E184AC7D}" type="parTrans" cxnId="{8CB8C197-48BD-5645-996C-590587D9E5F2}">
      <dgm:prSet/>
      <dgm:spPr/>
      <dgm:t>
        <a:bodyPr/>
        <a:lstStyle/>
        <a:p>
          <a:endParaRPr lang="en-GB"/>
        </a:p>
      </dgm:t>
    </dgm:pt>
    <dgm:pt modelId="{92F83538-2ED4-0A4B-9937-F96502B06DDA}" type="sibTrans" cxnId="{8CB8C197-48BD-5645-996C-590587D9E5F2}">
      <dgm:prSet/>
      <dgm:spPr/>
      <dgm:t>
        <a:bodyPr/>
        <a:lstStyle/>
        <a:p>
          <a:endParaRPr lang="en-GB"/>
        </a:p>
      </dgm:t>
    </dgm:pt>
    <dgm:pt modelId="{9BAAF137-B1B8-5945-934D-7253539E0B1B}">
      <dgm:prSet phldrT="[Text]"/>
      <dgm:spPr/>
      <dgm:t>
        <a:bodyPr/>
        <a:lstStyle/>
        <a:p>
          <a:r>
            <a:rPr lang="en-GB"/>
            <a:t>Week 11</a:t>
          </a:r>
        </a:p>
      </dgm:t>
    </dgm:pt>
    <dgm:pt modelId="{D75A13A3-CC46-384A-B45D-3D65A67A0F4F}" type="parTrans" cxnId="{F37383D7-BDC5-4244-B1E4-5273693ACCA9}">
      <dgm:prSet/>
      <dgm:spPr/>
      <dgm:t>
        <a:bodyPr/>
        <a:lstStyle/>
        <a:p>
          <a:endParaRPr lang="en-GB"/>
        </a:p>
      </dgm:t>
    </dgm:pt>
    <dgm:pt modelId="{00972712-C138-DC4C-9DEF-C27019FD0288}" type="sibTrans" cxnId="{F37383D7-BDC5-4244-B1E4-5273693ACCA9}">
      <dgm:prSet/>
      <dgm:spPr/>
      <dgm:t>
        <a:bodyPr/>
        <a:lstStyle/>
        <a:p>
          <a:endParaRPr lang="en-GB"/>
        </a:p>
      </dgm:t>
    </dgm:pt>
    <dgm:pt modelId="{42D53836-8D56-CB43-A90B-C5510EBA2526}" type="pres">
      <dgm:prSet presAssocID="{125C3B13-0FD7-F448-95C4-EB2F0EB79E91}" presName="Name0" presStyleCnt="0">
        <dgm:presLayoutVars>
          <dgm:dir/>
          <dgm:animLvl val="lvl"/>
          <dgm:resizeHandles val="exact"/>
        </dgm:presLayoutVars>
      </dgm:prSet>
      <dgm:spPr/>
    </dgm:pt>
    <dgm:pt modelId="{76C738AF-D1CB-3349-8A49-0ABCA6C0DF38}" type="pres">
      <dgm:prSet presAssocID="{70858591-7BE8-B048-A85C-67AD25A6FDA0}" presName="parTxOnly" presStyleLbl="node1" presStyleIdx="0" presStyleCnt="11" custLinFactY="-35919" custLinFactNeighborX="33091" custLinFactNeighborY="-100000">
        <dgm:presLayoutVars>
          <dgm:chMax val="0"/>
          <dgm:chPref val="0"/>
          <dgm:bulletEnabled val="1"/>
        </dgm:presLayoutVars>
      </dgm:prSet>
      <dgm:spPr/>
    </dgm:pt>
    <dgm:pt modelId="{4D0D9056-22E1-8D45-BB39-02946FD3954C}" type="pres">
      <dgm:prSet presAssocID="{A7D430FD-2719-8F47-A7C1-6471627DAE16}" presName="parTxOnlySpace" presStyleCnt="0"/>
      <dgm:spPr/>
    </dgm:pt>
    <dgm:pt modelId="{328812D9-B38D-B248-8F69-74E0284E4796}" type="pres">
      <dgm:prSet presAssocID="{14CB9762-5DA2-2644-87E9-76E8DC9BAE09}" presName="parTxOnly" presStyleLbl="node1" presStyleIdx="1" presStyleCnt="11" custLinFactY="-36913" custLinFactNeighborX="-17926" custLinFactNeighborY="-100000">
        <dgm:presLayoutVars>
          <dgm:chMax val="0"/>
          <dgm:chPref val="0"/>
          <dgm:bulletEnabled val="1"/>
        </dgm:presLayoutVars>
      </dgm:prSet>
      <dgm:spPr/>
    </dgm:pt>
    <dgm:pt modelId="{B12A4267-1EA1-2249-A3C2-E34198E34B72}" type="pres">
      <dgm:prSet presAssocID="{936B532B-9663-834D-BDF9-9DD63C6B0BB8}" presName="parTxOnlySpace" presStyleCnt="0"/>
      <dgm:spPr/>
    </dgm:pt>
    <dgm:pt modelId="{3A592597-B792-0243-BF43-A33966A7E312}" type="pres">
      <dgm:prSet presAssocID="{6FDA3540-CC63-4A42-904A-DDA3E35C3092}" presName="parTxOnly" presStyleLbl="node1" presStyleIdx="2" presStyleCnt="11" custLinFactY="-37248" custLinFactNeighborX="-73701" custLinFactNeighborY="-100000">
        <dgm:presLayoutVars>
          <dgm:chMax val="0"/>
          <dgm:chPref val="0"/>
          <dgm:bulletEnabled val="1"/>
        </dgm:presLayoutVars>
      </dgm:prSet>
      <dgm:spPr/>
    </dgm:pt>
    <dgm:pt modelId="{88711979-7BEB-C94B-97F0-0DDDD1205E09}" type="pres">
      <dgm:prSet presAssocID="{EB992C4D-B099-6547-BC37-057E362DE8A5}" presName="parTxOnlySpace" presStyleCnt="0"/>
      <dgm:spPr/>
    </dgm:pt>
    <dgm:pt modelId="{E0951772-393A-0047-9404-7D73C71D488F}" type="pres">
      <dgm:prSet presAssocID="{E75CE971-22EB-F24C-8B7A-9E659D8FF1CE}" presName="parTxOnly" presStyleLbl="node1" presStyleIdx="3" presStyleCnt="11" custLinFactX="-898" custLinFactY="-36855" custLinFactNeighborX="-100000" custLinFactNeighborY="-100000">
        <dgm:presLayoutVars>
          <dgm:chMax val="0"/>
          <dgm:chPref val="0"/>
          <dgm:bulletEnabled val="1"/>
        </dgm:presLayoutVars>
      </dgm:prSet>
      <dgm:spPr/>
    </dgm:pt>
    <dgm:pt modelId="{1637BD65-D396-1542-8D13-BFBB39528D60}" type="pres">
      <dgm:prSet presAssocID="{AF3D9E68-7D26-9847-A01A-94EA3A36C783}" presName="parTxOnlySpace" presStyleCnt="0"/>
      <dgm:spPr/>
    </dgm:pt>
    <dgm:pt modelId="{045B42A2-2A41-E74F-BD84-4F92A32371E9}" type="pres">
      <dgm:prSet presAssocID="{E9896E72-C30A-674B-A949-2C2EF351DD93}" presName="parTxOnly" presStyleLbl="node1" presStyleIdx="4" presStyleCnt="11" custLinFactX="-2233" custLinFactY="-38666" custLinFactNeighborX="-100000" custLinFactNeighborY="-100000">
        <dgm:presLayoutVars>
          <dgm:chMax val="0"/>
          <dgm:chPref val="0"/>
          <dgm:bulletEnabled val="1"/>
        </dgm:presLayoutVars>
      </dgm:prSet>
      <dgm:spPr/>
    </dgm:pt>
    <dgm:pt modelId="{81900D6A-CAC2-2E4F-A46E-C8B58D4375AF}" type="pres">
      <dgm:prSet presAssocID="{19290954-644B-BF42-8692-77BE915441A8}" presName="parTxOnlySpace" presStyleCnt="0"/>
      <dgm:spPr/>
    </dgm:pt>
    <dgm:pt modelId="{1A371F30-F3BD-9546-BBC7-A85739E9DBA5}" type="pres">
      <dgm:prSet presAssocID="{C628F686-66A1-054A-A61A-5B2452FB12E7}" presName="parTxOnly" presStyleLbl="node1" presStyleIdx="5" presStyleCnt="11" custLinFactX="-3950" custLinFactY="-40508" custLinFactNeighborX="-100000" custLinFactNeighborY="-100000">
        <dgm:presLayoutVars>
          <dgm:chMax val="0"/>
          <dgm:chPref val="0"/>
          <dgm:bulletEnabled val="1"/>
        </dgm:presLayoutVars>
      </dgm:prSet>
      <dgm:spPr/>
    </dgm:pt>
    <dgm:pt modelId="{2560D462-4FE3-0241-A48F-6B3888956254}" type="pres">
      <dgm:prSet presAssocID="{E309D9AD-27A4-3442-A0F6-B0D6B91327C4}" presName="parTxOnlySpace" presStyleCnt="0"/>
      <dgm:spPr/>
    </dgm:pt>
    <dgm:pt modelId="{6F4B3A69-AE5B-F746-BAE4-AE1A059C75C4}" type="pres">
      <dgm:prSet presAssocID="{8EC8828E-B9D2-F043-B4D9-2348AB0E3EE9}" presName="parTxOnly" presStyleLbl="node1" presStyleIdx="6" presStyleCnt="11">
        <dgm:presLayoutVars>
          <dgm:chMax val="0"/>
          <dgm:chPref val="0"/>
          <dgm:bulletEnabled val="1"/>
        </dgm:presLayoutVars>
      </dgm:prSet>
      <dgm:spPr/>
    </dgm:pt>
    <dgm:pt modelId="{97EBD3A4-C471-F547-B785-3A1592F47C22}" type="pres">
      <dgm:prSet presAssocID="{F560B9D8-F9C0-F44C-A28F-4A4AC03CDB36}" presName="parTxOnlySpace" presStyleCnt="0"/>
      <dgm:spPr/>
    </dgm:pt>
    <dgm:pt modelId="{D7152B10-C1C0-724D-A1D5-CD4A151BD2F3}" type="pres">
      <dgm:prSet presAssocID="{798A7030-18AA-7244-A34F-D6433C4B0FC7}" presName="parTxOnly" presStyleLbl="node1" presStyleIdx="7" presStyleCnt="11">
        <dgm:presLayoutVars>
          <dgm:chMax val="0"/>
          <dgm:chPref val="0"/>
          <dgm:bulletEnabled val="1"/>
        </dgm:presLayoutVars>
      </dgm:prSet>
      <dgm:spPr/>
    </dgm:pt>
    <dgm:pt modelId="{6F996A32-D9CF-EC43-9DA7-C7C0E8FC7BF0}" type="pres">
      <dgm:prSet presAssocID="{CF760D04-C1BC-AD4D-8DBF-022615E9358F}" presName="parTxOnlySpace" presStyleCnt="0"/>
      <dgm:spPr/>
    </dgm:pt>
    <dgm:pt modelId="{098AFD9B-A3A4-A34A-A5E4-E334D64AFEDD}" type="pres">
      <dgm:prSet presAssocID="{F50C550B-89B1-624F-99AF-68585AD5BF59}" presName="parTxOnly" presStyleLbl="node1" presStyleIdx="8" presStyleCnt="11">
        <dgm:presLayoutVars>
          <dgm:chMax val="0"/>
          <dgm:chPref val="0"/>
          <dgm:bulletEnabled val="1"/>
        </dgm:presLayoutVars>
      </dgm:prSet>
      <dgm:spPr/>
    </dgm:pt>
    <dgm:pt modelId="{329C9249-6FEE-9246-AF77-BD18FF5CDD1A}" type="pres">
      <dgm:prSet presAssocID="{6F1A2D0F-129B-7343-898D-0B089686A7A1}" presName="parTxOnlySpace" presStyleCnt="0"/>
      <dgm:spPr/>
    </dgm:pt>
    <dgm:pt modelId="{8403064A-365B-5F49-AFA7-1150919E6F4D}" type="pres">
      <dgm:prSet presAssocID="{57058A10-0590-4446-8E3D-F665BF917485}" presName="parTxOnly" presStyleLbl="node1" presStyleIdx="9" presStyleCnt="11">
        <dgm:presLayoutVars>
          <dgm:chMax val="0"/>
          <dgm:chPref val="0"/>
          <dgm:bulletEnabled val="1"/>
        </dgm:presLayoutVars>
      </dgm:prSet>
      <dgm:spPr/>
    </dgm:pt>
    <dgm:pt modelId="{E0347CAB-F8D8-A44A-BDF7-D449D126929A}" type="pres">
      <dgm:prSet presAssocID="{92F83538-2ED4-0A4B-9937-F96502B06DDA}" presName="parTxOnlySpace" presStyleCnt="0"/>
      <dgm:spPr/>
    </dgm:pt>
    <dgm:pt modelId="{BCD142C3-C9B0-7747-85C2-C3BF5C326336}" type="pres">
      <dgm:prSet presAssocID="{9BAAF137-B1B8-5945-934D-7253539E0B1B}" presName="parTxOnly" presStyleLbl="node1" presStyleIdx="10" presStyleCnt="11">
        <dgm:presLayoutVars>
          <dgm:chMax val="0"/>
          <dgm:chPref val="0"/>
          <dgm:bulletEnabled val="1"/>
        </dgm:presLayoutVars>
      </dgm:prSet>
      <dgm:spPr/>
    </dgm:pt>
  </dgm:ptLst>
  <dgm:cxnLst>
    <dgm:cxn modelId="{5412EF07-2091-EB49-993F-AC5BC45D7EEA}" type="presOf" srcId="{57058A10-0590-4446-8E3D-F665BF917485}" destId="{8403064A-365B-5F49-AFA7-1150919E6F4D}" srcOrd="0" destOrd="0" presId="urn:microsoft.com/office/officeart/2005/8/layout/chevron1"/>
    <dgm:cxn modelId="{A1CA8C0D-1473-1043-B5DE-AD787DCD27BC}" type="presOf" srcId="{C628F686-66A1-054A-A61A-5B2452FB12E7}" destId="{1A371F30-F3BD-9546-BBC7-A85739E9DBA5}" srcOrd="0" destOrd="0" presId="urn:microsoft.com/office/officeart/2005/8/layout/chevron1"/>
    <dgm:cxn modelId="{BA604D10-0068-CC41-880E-4AF0249A2955}" srcId="{125C3B13-0FD7-F448-95C4-EB2F0EB79E91}" destId="{F50C550B-89B1-624F-99AF-68585AD5BF59}" srcOrd="8" destOrd="0" parTransId="{FB770DC4-D1F3-5544-9337-A208686371E9}" sibTransId="{6F1A2D0F-129B-7343-898D-0B089686A7A1}"/>
    <dgm:cxn modelId="{0D0D6018-1438-AF4F-8A20-98AB23EFF781}" srcId="{125C3B13-0FD7-F448-95C4-EB2F0EB79E91}" destId="{C628F686-66A1-054A-A61A-5B2452FB12E7}" srcOrd="5" destOrd="0" parTransId="{32464112-857E-2243-8624-7A0817C590F9}" sibTransId="{E309D9AD-27A4-3442-A0F6-B0D6B91327C4}"/>
    <dgm:cxn modelId="{2CBDB628-BD94-C547-9792-DFC8F169C3EB}" srcId="{125C3B13-0FD7-F448-95C4-EB2F0EB79E91}" destId="{E9896E72-C30A-674B-A949-2C2EF351DD93}" srcOrd="4" destOrd="0" parTransId="{1DD7AE9B-EEF9-DF4D-9835-F020C5150076}" sibTransId="{19290954-644B-BF42-8692-77BE915441A8}"/>
    <dgm:cxn modelId="{03E46632-795D-F441-84E3-2CAF15E3EAA2}" srcId="{125C3B13-0FD7-F448-95C4-EB2F0EB79E91}" destId="{70858591-7BE8-B048-A85C-67AD25A6FDA0}" srcOrd="0" destOrd="0" parTransId="{B7801F73-3AD9-9E4E-9ACE-1E32D84F468C}" sibTransId="{A7D430FD-2719-8F47-A7C1-6471627DAE16}"/>
    <dgm:cxn modelId="{734CDA34-FA30-0946-AF15-4FBFB435D6AE}" type="presOf" srcId="{E9896E72-C30A-674B-A949-2C2EF351DD93}" destId="{045B42A2-2A41-E74F-BD84-4F92A32371E9}" srcOrd="0" destOrd="0" presId="urn:microsoft.com/office/officeart/2005/8/layout/chevron1"/>
    <dgm:cxn modelId="{3718F85E-DEC5-E342-8ECD-5B774A7DE45C}" type="presOf" srcId="{125C3B13-0FD7-F448-95C4-EB2F0EB79E91}" destId="{42D53836-8D56-CB43-A90B-C5510EBA2526}" srcOrd="0" destOrd="0" presId="urn:microsoft.com/office/officeart/2005/8/layout/chevron1"/>
    <dgm:cxn modelId="{C0098362-BCB2-CC4B-B526-0AC2C02F4B6D}" type="presOf" srcId="{F50C550B-89B1-624F-99AF-68585AD5BF59}" destId="{098AFD9B-A3A4-A34A-A5E4-E334D64AFEDD}" srcOrd="0" destOrd="0" presId="urn:microsoft.com/office/officeart/2005/8/layout/chevron1"/>
    <dgm:cxn modelId="{D877AD62-81DB-E949-978E-6CF0CDA5B960}" type="presOf" srcId="{8EC8828E-B9D2-F043-B4D9-2348AB0E3EE9}" destId="{6F4B3A69-AE5B-F746-BAE4-AE1A059C75C4}" srcOrd="0" destOrd="0" presId="urn:microsoft.com/office/officeart/2005/8/layout/chevron1"/>
    <dgm:cxn modelId="{02DE4B68-9A8C-2045-AA49-A4EF1C613F0A}" srcId="{125C3B13-0FD7-F448-95C4-EB2F0EB79E91}" destId="{6FDA3540-CC63-4A42-904A-DDA3E35C3092}" srcOrd="2" destOrd="0" parTransId="{748290F3-2B73-CF45-A00B-C4139BCF38F2}" sibTransId="{EB992C4D-B099-6547-BC37-057E362DE8A5}"/>
    <dgm:cxn modelId="{B0B7E869-85EC-E045-86C8-F0919035A88C}" type="presOf" srcId="{9BAAF137-B1B8-5945-934D-7253539E0B1B}" destId="{BCD142C3-C9B0-7747-85C2-C3BF5C326336}" srcOrd="0" destOrd="0" presId="urn:microsoft.com/office/officeart/2005/8/layout/chevron1"/>
    <dgm:cxn modelId="{D099A14C-57EC-7747-8182-507C7DAFBC68}" srcId="{125C3B13-0FD7-F448-95C4-EB2F0EB79E91}" destId="{8EC8828E-B9D2-F043-B4D9-2348AB0E3EE9}" srcOrd="6" destOrd="0" parTransId="{CE0230E5-BC4C-9348-AE81-B992CC774717}" sibTransId="{F560B9D8-F9C0-F44C-A28F-4A4AC03CDB36}"/>
    <dgm:cxn modelId="{8FB27E70-3EEF-0A40-AE86-8B450C576E05}" type="presOf" srcId="{E75CE971-22EB-F24C-8B7A-9E659D8FF1CE}" destId="{E0951772-393A-0047-9404-7D73C71D488F}" srcOrd="0" destOrd="0" presId="urn:microsoft.com/office/officeart/2005/8/layout/chevron1"/>
    <dgm:cxn modelId="{021EB35A-18FB-5146-BCA4-4CF6C9AF9E5E}" type="presOf" srcId="{6FDA3540-CC63-4A42-904A-DDA3E35C3092}" destId="{3A592597-B792-0243-BF43-A33966A7E312}" srcOrd="0" destOrd="0" presId="urn:microsoft.com/office/officeart/2005/8/layout/chevron1"/>
    <dgm:cxn modelId="{B955C57B-E942-624B-89B6-9E3DE6E02242}" srcId="{125C3B13-0FD7-F448-95C4-EB2F0EB79E91}" destId="{798A7030-18AA-7244-A34F-D6433C4B0FC7}" srcOrd="7" destOrd="0" parTransId="{5D8ED2BB-A936-3049-9EF9-B6E2982FC984}" sibTransId="{CF760D04-C1BC-AD4D-8DBF-022615E9358F}"/>
    <dgm:cxn modelId="{8CB8C197-48BD-5645-996C-590587D9E5F2}" srcId="{125C3B13-0FD7-F448-95C4-EB2F0EB79E91}" destId="{57058A10-0590-4446-8E3D-F665BF917485}" srcOrd="9" destOrd="0" parTransId="{30A88282-68CB-514C-9A41-D4C8E184AC7D}" sibTransId="{92F83538-2ED4-0A4B-9937-F96502B06DDA}"/>
    <dgm:cxn modelId="{F7B054B0-7ED0-C045-8C8A-9E480408E61E}" srcId="{125C3B13-0FD7-F448-95C4-EB2F0EB79E91}" destId="{14CB9762-5DA2-2644-87E9-76E8DC9BAE09}" srcOrd="1" destOrd="0" parTransId="{35AFBBC1-9F5A-FE4A-8E24-2A3F6CC380B4}" sibTransId="{936B532B-9663-834D-BDF9-9DD63C6B0BB8}"/>
    <dgm:cxn modelId="{352606B5-97DA-0744-969D-08F0B9F1D74C}" type="presOf" srcId="{798A7030-18AA-7244-A34F-D6433C4B0FC7}" destId="{D7152B10-C1C0-724D-A1D5-CD4A151BD2F3}" srcOrd="0" destOrd="0" presId="urn:microsoft.com/office/officeart/2005/8/layout/chevron1"/>
    <dgm:cxn modelId="{F37383D7-BDC5-4244-B1E4-5273693ACCA9}" srcId="{125C3B13-0FD7-F448-95C4-EB2F0EB79E91}" destId="{9BAAF137-B1B8-5945-934D-7253539E0B1B}" srcOrd="10" destOrd="0" parTransId="{D75A13A3-CC46-384A-B45D-3D65A67A0F4F}" sibTransId="{00972712-C138-DC4C-9DEF-C27019FD0288}"/>
    <dgm:cxn modelId="{3765BBC7-BB9B-2D4E-954B-CBCF96923D01}" srcId="{125C3B13-0FD7-F448-95C4-EB2F0EB79E91}" destId="{E75CE971-22EB-F24C-8B7A-9E659D8FF1CE}" srcOrd="3" destOrd="0" parTransId="{B5FB00C5-BB2E-3F4A-951A-1BC7CEDC6964}" sibTransId="{AF3D9E68-7D26-9847-A01A-94EA3A36C783}"/>
    <dgm:cxn modelId="{B95D70F1-8B06-2248-A101-00DC0FD35E42}" type="presOf" srcId="{14CB9762-5DA2-2644-87E9-76E8DC9BAE09}" destId="{328812D9-B38D-B248-8F69-74E0284E4796}" srcOrd="0" destOrd="0" presId="urn:microsoft.com/office/officeart/2005/8/layout/chevron1"/>
    <dgm:cxn modelId="{C32E88FC-6C82-274A-8A8E-ED1D9556D34B}" type="presOf" srcId="{70858591-7BE8-B048-A85C-67AD25A6FDA0}" destId="{76C738AF-D1CB-3349-8A49-0ABCA6C0DF38}" srcOrd="0" destOrd="0" presId="urn:microsoft.com/office/officeart/2005/8/layout/chevron1"/>
    <dgm:cxn modelId="{1F41CC3A-8C11-C240-9938-D8EDADC65779}" type="presParOf" srcId="{42D53836-8D56-CB43-A90B-C5510EBA2526}" destId="{76C738AF-D1CB-3349-8A49-0ABCA6C0DF38}" srcOrd="0" destOrd="0" presId="urn:microsoft.com/office/officeart/2005/8/layout/chevron1"/>
    <dgm:cxn modelId="{3736B780-92EA-5247-A3C5-4B321D849C7B}" type="presParOf" srcId="{42D53836-8D56-CB43-A90B-C5510EBA2526}" destId="{4D0D9056-22E1-8D45-BB39-02946FD3954C}" srcOrd="1" destOrd="0" presId="urn:microsoft.com/office/officeart/2005/8/layout/chevron1"/>
    <dgm:cxn modelId="{D15106F7-D39C-174E-A8C1-8CC11407980F}" type="presParOf" srcId="{42D53836-8D56-CB43-A90B-C5510EBA2526}" destId="{328812D9-B38D-B248-8F69-74E0284E4796}" srcOrd="2" destOrd="0" presId="urn:microsoft.com/office/officeart/2005/8/layout/chevron1"/>
    <dgm:cxn modelId="{F56C9EA3-7F17-2E40-B574-CF9601955F0A}" type="presParOf" srcId="{42D53836-8D56-CB43-A90B-C5510EBA2526}" destId="{B12A4267-1EA1-2249-A3C2-E34198E34B72}" srcOrd="3" destOrd="0" presId="urn:microsoft.com/office/officeart/2005/8/layout/chevron1"/>
    <dgm:cxn modelId="{4B2010DB-12C8-E145-8626-D5BFBEBE4211}" type="presParOf" srcId="{42D53836-8D56-CB43-A90B-C5510EBA2526}" destId="{3A592597-B792-0243-BF43-A33966A7E312}" srcOrd="4" destOrd="0" presId="urn:microsoft.com/office/officeart/2005/8/layout/chevron1"/>
    <dgm:cxn modelId="{CFF9CC22-87C4-FE4F-B870-499C91A8D209}" type="presParOf" srcId="{42D53836-8D56-CB43-A90B-C5510EBA2526}" destId="{88711979-7BEB-C94B-97F0-0DDDD1205E09}" srcOrd="5" destOrd="0" presId="urn:microsoft.com/office/officeart/2005/8/layout/chevron1"/>
    <dgm:cxn modelId="{0B013341-A982-E14E-BCEC-0448F74B96C3}" type="presParOf" srcId="{42D53836-8D56-CB43-A90B-C5510EBA2526}" destId="{E0951772-393A-0047-9404-7D73C71D488F}" srcOrd="6" destOrd="0" presId="urn:microsoft.com/office/officeart/2005/8/layout/chevron1"/>
    <dgm:cxn modelId="{18CC13C0-D631-4748-9BE0-31330F056914}" type="presParOf" srcId="{42D53836-8D56-CB43-A90B-C5510EBA2526}" destId="{1637BD65-D396-1542-8D13-BFBB39528D60}" srcOrd="7" destOrd="0" presId="urn:microsoft.com/office/officeart/2005/8/layout/chevron1"/>
    <dgm:cxn modelId="{4EB93DFA-206F-7F43-BEDB-868F82A5FA25}" type="presParOf" srcId="{42D53836-8D56-CB43-A90B-C5510EBA2526}" destId="{045B42A2-2A41-E74F-BD84-4F92A32371E9}" srcOrd="8" destOrd="0" presId="urn:microsoft.com/office/officeart/2005/8/layout/chevron1"/>
    <dgm:cxn modelId="{946A4D5C-6300-9947-948D-8D5A8917FE05}" type="presParOf" srcId="{42D53836-8D56-CB43-A90B-C5510EBA2526}" destId="{81900D6A-CAC2-2E4F-A46E-C8B58D4375AF}" srcOrd="9" destOrd="0" presId="urn:microsoft.com/office/officeart/2005/8/layout/chevron1"/>
    <dgm:cxn modelId="{B0E32194-0EAF-0A40-914D-758BF67879A6}" type="presParOf" srcId="{42D53836-8D56-CB43-A90B-C5510EBA2526}" destId="{1A371F30-F3BD-9546-BBC7-A85739E9DBA5}" srcOrd="10" destOrd="0" presId="urn:microsoft.com/office/officeart/2005/8/layout/chevron1"/>
    <dgm:cxn modelId="{BA41F747-1FD5-724E-95DD-E926F8513F44}" type="presParOf" srcId="{42D53836-8D56-CB43-A90B-C5510EBA2526}" destId="{2560D462-4FE3-0241-A48F-6B3888956254}" srcOrd="11" destOrd="0" presId="urn:microsoft.com/office/officeart/2005/8/layout/chevron1"/>
    <dgm:cxn modelId="{43C9F808-7585-1B4A-A716-F7095E5252DD}" type="presParOf" srcId="{42D53836-8D56-CB43-A90B-C5510EBA2526}" destId="{6F4B3A69-AE5B-F746-BAE4-AE1A059C75C4}" srcOrd="12" destOrd="0" presId="urn:microsoft.com/office/officeart/2005/8/layout/chevron1"/>
    <dgm:cxn modelId="{B0073D71-C702-8B4C-BD45-BBD5FC7397C7}" type="presParOf" srcId="{42D53836-8D56-CB43-A90B-C5510EBA2526}" destId="{97EBD3A4-C471-F547-B785-3A1592F47C22}" srcOrd="13" destOrd="0" presId="urn:microsoft.com/office/officeart/2005/8/layout/chevron1"/>
    <dgm:cxn modelId="{D7929403-183C-D24F-AF2D-AFE5FE6EB3B0}" type="presParOf" srcId="{42D53836-8D56-CB43-A90B-C5510EBA2526}" destId="{D7152B10-C1C0-724D-A1D5-CD4A151BD2F3}" srcOrd="14" destOrd="0" presId="urn:microsoft.com/office/officeart/2005/8/layout/chevron1"/>
    <dgm:cxn modelId="{E3FA2DEE-7A1B-1A42-804E-F2F39825C3D9}" type="presParOf" srcId="{42D53836-8D56-CB43-A90B-C5510EBA2526}" destId="{6F996A32-D9CF-EC43-9DA7-C7C0E8FC7BF0}" srcOrd="15" destOrd="0" presId="urn:microsoft.com/office/officeart/2005/8/layout/chevron1"/>
    <dgm:cxn modelId="{C8169E14-6CF4-0B41-8588-400000399DE3}" type="presParOf" srcId="{42D53836-8D56-CB43-A90B-C5510EBA2526}" destId="{098AFD9B-A3A4-A34A-A5E4-E334D64AFEDD}" srcOrd="16" destOrd="0" presId="urn:microsoft.com/office/officeart/2005/8/layout/chevron1"/>
    <dgm:cxn modelId="{18A70D0B-1B4E-6B4C-A62F-746F5FA2500A}" type="presParOf" srcId="{42D53836-8D56-CB43-A90B-C5510EBA2526}" destId="{329C9249-6FEE-9246-AF77-BD18FF5CDD1A}" srcOrd="17" destOrd="0" presId="urn:microsoft.com/office/officeart/2005/8/layout/chevron1"/>
    <dgm:cxn modelId="{C79A17B9-BE7C-534E-B9AC-833F316855F0}" type="presParOf" srcId="{42D53836-8D56-CB43-A90B-C5510EBA2526}" destId="{8403064A-365B-5F49-AFA7-1150919E6F4D}" srcOrd="18" destOrd="0" presId="urn:microsoft.com/office/officeart/2005/8/layout/chevron1"/>
    <dgm:cxn modelId="{80DDC905-96C4-9643-9D31-7301DA0D6F2B}" type="presParOf" srcId="{42D53836-8D56-CB43-A90B-C5510EBA2526}" destId="{E0347CAB-F8D8-A44A-BDF7-D449D126929A}" srcOrd="19" destOrd="0" presId="urn:microsoft.com/office/officeart/2005/8/layout/chevron1"/>
    <dgm:cxn modelId="{268D38F6-CC15-F347-AAC0-0A2880957E3B}" type="presParOf" srcId="{42D53836-8D56-CB43-A90B-C5510EBA2526}" destId="{BCD142C3-C9B0-7747-85C2-C3BF5C326336}" srcOrd="2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C738AF-D1CB-3349-8A49-0ABCA6C0DF38}">
      <dsp:nvSpPr>
        <dsp:cNvPr id="0" name=""/>
        <dsp:cNvSpPr/>
      </dsp:nvSpPr>
      <dsp:spPr>
        <a:xfrm>
          <a:off x="75368" y="2225712"/>
          <a:ext cx="2196563" cy="878625"/>
        </a:xfrm>
        <a:prstGeom prst="chevron">
          <a:avLst/>
        </a:prstGeom>
        <a:gradFill rotWithShape="0">
          <a:gsLst>
            <a:gs pos="0">
              <a:schemeClr val="accent1">
                <a:alpha val="90000"/>
                <a:hueOff val="0"/>
                <a:satOff val="0"/>
                <a:lumOff val="0"/>
                <a:alphaOff val="0"/>
                <a:tint val="100000"/>
                <a:shade val="100000"/>
                <a:satMod val="129999"/>
              </a:schemeClr>
            </a:gs>
            <a:gs pos="100000">
              <a:schemeClr val="accent1">
                <a:alpha val="90000"/>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1</a:t>
          </a:r>
        </a:p>
      </dsp:txBody>
      <dsp:txXfrm>
        <a:off x="514681" y="2225712"/>
        <a:ext cx="1317938" cy="878625"/>
      </dsp:txXfrm>
    </dsp:sp>
    <dsp:sp modelId="{328812D9-B38D-B248-8F69-74E0284E4796}">
      <dsp:nvSpPr>
        <dsp:cNvPr id="0" name=""/>
        <dsp:cNvSpPr/>
      </dsp:nvSpPr>
      <dsp:spPr>
        <a:xfrm>
          <a:off x="1940213" y="2216978"/>
          <a:ext cx="2196563" cy="878625"/>
        </a:xfrm>
        <a:prstGeom prst="chevron">
          <a:avLst/>
        </a:prstGeom>
        <a:gradFill rotWithShape="0">
          <a:gsLst>
            <a:gs pos="0">
              <a:schemeClr val="accent1">
                <a:alpha val="90000"/>
                <a:hueOff val="0"/>
                <a:satOff val="0"/>
                <a:lumOff val="0"/>
                <a:alphaOff val="-4000"/>
                <a:tint val="100000"/>
                <a:shade val="100000"/>
                <a:satMod val="129999"/>
              </a:schemeClr>
            </a:gs>
            <a:gs pos="100000">
              <a:schemeClr val="accent1">
                <a:alpha val="90000"/>
                <a:hueOff val="0"/>
                <a:satOff val="0"/>
                <a:lumOff val="0"/>
                <a:alphaOff val="-4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2</a:t>
          </a:r>
        </a:p>
      </dsp:txBody>
      <dsp:txXfrm>
        <a:off x="2379526" y="2216978"/>
        <a:ext cx="1317938" cy="878625"/>
      </dsp:txXfrm>
    </dsp:sp>
    <dsp:sp modelId="{3A592597-B792-0243-BF43-A33966A7E312}">
      <dsp:nvSpPr>
        <dsp:cNvPr id="0" name=""/>
        <dsp:cNvSpPr/>
      </dsp:nvSpPr>
      <dsp:spPr>
        <a:xfrm>
          <a:off x="3794607" y="2214035"/>
          <a:ext cx="2196563" cy="878625"/>
        </a:xfrm>
        <a:prstGeom prst="chevron">
          <a:avLst/>
        </a:prstGeom>
        <a:gradFill rotWithShape="0">
          <a:gsLst>
            <a:gs pos="0">
              <a:schemeClr val="accent1">
                <a:alpha val="90000"/>
                <a:hueOff val="0"/>
                <a:satOff val="0"/>
                <a:lumOff val="0"/>
                <a:alphaOff val="-8000"/>
                <a:tint val="100000"/>
                <a:shade val="100000"/>
                <a:satMod val="129999"/>
              </a:schemeClr>
            </a:gs>
            <a:gs pos="100000">
              <a:schemeClr val="accent1">
                <a:alpha val="90000"/>
                <a:hueOff val="0"/>
                <a:satOff val="0"/>
                <a:lumOff val="0"/>
                <a:alphaOff val="-8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3</a:t>
          </a:r>
        </a:p>
      </dsp:txBody>
      <dsp:txXfrm>
        <a:off x="4233920" y="2214035"/>
        <a:ext cx="1317938" cy="878625"/>
      </dsp:txXfrm>
    </dsp:sp>
    <dsp:sp modelId="{E0951772-393A-0047-9404-7D73C71D488F}">
      <dsp:nvSpPr>
        <dsp:cNvPr id="0" name=""/>
        <dsp:cNvSpPr/>
      </dsp:nvSpPr>
      <dsp:spPr>
        <a:xfrm>
          <a:off x="5694022" y="2217488"/>
          <a:ext cx="2196563" cy="878625"/>
        </a:xfrm>
        <a:prstGeom prst="chevron">
          <a:avLst/>
        </a:prstGeom>
        <a:gradFill rotWithShape="0">
          <a:gsLst>
            <a:gs pos="0">
              <a:schemeClr val="accent1">
                <a:alpha val="90000"/>
                <a:hueOff val="0"/>
                <a:satOff val="0"/>
                <a:lumOff val="0"/>
                <a:alphaOff val="-12000"/>
                <a:tint val="100000"/>
                <a:shade val="100000"/>
                <a:satMod val="129999"/>
              </a:schemeClr>
            </a:gs>
            <a:gs pos="100000">
              <a:schemeClr val="accent1">
                <a:alpha val="90000"/>
                <a:hueOff val="0"/>
                <a:satOff val="0"/>
                <a:lumOff val="0"/>
                <a:alphaOff val="-12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4</a:t>
          </a:r>
        </a:p>
      </dsp:txBody>
      <dsp:txXfrm>
        <a:off x="6133335" y="2217488"/>
        <a:ext cx="1317938" cy="878625"/>
      </dsp:txXfrm>
    </dsp:sp>
    <dsp:sp modelId="{045B42A2-2A41-E74F-BD84-4F92A32371E9}">
      <dsp:nvSpPr>
        <dsp:cNvPr id="0" name=""/>
        <dsp:cNvSpPr/>
      </dsp:nvSpPr>
      <dsp:spPr>
        <a:xfrm>
          <a:off x="7641605" y="2201576"/>
          <a:ext cx="2196563" cy="878625"/>
        </a:xfrm>
        <a:prstGeom prst="chevron">
          <a:avLst/>
        </a:prstGeom>
        <a:gradFill rotWithShape="0">
          <a:gsLst>
            <a:gs pos="0">
              <a:schemeClr val="accent1">
                <a:alpha val="90000"/>
                <a:hueOff val="0"/>
                <a:satOff val="0"/>
                <a:lumOff val="0"/>
                <a:alphaOff val="-16000"/>
                <a:tint val="100000"/>
                <a:shade val="100000"/>
                <a:satMod val="129999"/>
              </a:schemeClr>
            </a:gs>
            <a:gs pos="100000">
              <a:schemeClr val="accent1">
                <a:alpha val="90000"/>
                <a:hueOff val="0"/>
                <a:satOff val="0"/>
                <a:lumOff val="0"/>
                <a:alphaOff val="-16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5</a:t>
          </a:r>
        </a:p>
      </dsp:txBody>
      <dsp:txXfrm>
        <a:off x="8080918" y="2201576"/>
        <a:ext cx="1317938" cy="878625"/>
      </dsp:txXfrm>
    </dsp:sp>
    <dsp:sp modelId="{1A371F30-F3BD-9546-BBC7-A85739E9DBA5}">
      <dsp:nvSpPr>
        <dsp:cNvPr id="0" name=""/>
        <dsp:cNvSpPr/>
      </dsp:nvSpPr>
      <dsp:spPr>
        <a:xfrm>
          <a:off x="9580797" y="2185392"/>
          <a:ext cx="2196563" cy="878625"/>
        </a:xfrm>
        <a:prstGeom prst="chevron">
          <a:avLst/>
        </a:prstGeom>
        <a:gradFill rotWithShape="0">
          <a:gsLst>
            <a:gs pos="0">
              <a:schemeClr val="accent1">
                <a:alpha val="90000"/>
                <a:hueOff val="0"/>
                <a:satOff val="0"/>
                <a:lumOff val="0"/>
                <a:alphaOff val="-20000"/>
                <a:tint val="100000"/>
                <a:shade val="100000"/>
                <a:satMod val="129999"/>
              </a:schemeClr>
            </a:gs>
            <a:gs pos="100000">
              <a:schemeClr val="accent1">
                <a:alpha val="90000"/>
                <a:hueOff val="0"/>
                <a:satOff val="0"/>
                <a:lumOff val="0"/>
                <a:alphaOff val="-20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6</a:t>
          </a:r>
        </a:p>
      </dsp:txBody>
      <dsp:txXfrm>
        <a:off x="10020110" y="2185392"/>
        <a:ext cx="1317938" cy="878625"/>
      </dsp:txXfrm>
    </dsp:sp>
    <dsp:sp modelId="{6F4B3A69-AE5B-F746-BAE4-AE1A059C75C4}">
      <dsp:nvSpPr>
        <dsp:cNvPr id="0" name=""/>
        <dsp:cNvSpPr/>
      </dsp:nvSpPr>
      <dsp:spPr>
        <a:xfrm>
          <a:off x="11864125" y="3419931"/>
          <a:ext cx="2196563" cy="878625"/>
        </a:xfrm>
        <a:prstGeom prst="chevron">
          <a:avLst/>
        </a:prstGeom>
        <a:gradFill rotWithShape="0">
          <a:gsLst>
            <a:gs pos="0">
              <a:schemeClr val="accent1">
                <a:alpha val="90000"/>
                <a:hueOff val="0"/>
                <a:satOff val="0"/>
                <a:lumOff val="0"/>
                <a:alphaOff val="-24000"/>
                <a:tint val="100000"/>
                <a:shade val="100000"/>
                <a:satMod val="129999"/>
              </a:schemeClr>
            </a:gs>
            <a:gs pos="100000">
              <a:schemeClr val="accent1">
                <a:alpha val="90000"/>
                <a:hueOff val="0"/>
                <a:satOff val="0"/>
                <a:lumOff val="0"/>
                <a:alphaOff val="-24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7</a:t>
          </a:r>
        </a:p>
      </dsp:txBody>
      <dsp:txXfrm>
        <a:off x="12303438" y="3419931"/>
        <a:ext cx="1317938" cy="878625"/>
      </dsp:txXfrm>
    </dsp:sp>
    <dsp:sp modelId="{D7152B10-C1C0-724D-A1D5-CD4A151BD2F3}">
      <dsp:nvSpPr>
        <dsp:cNvPr id="0" name=""/>
        <dsp:cNvSpPr/>
      </dsp:nvSpPr>
      <dsp:spPr>
        <a:xfrm>
          <a:off x="13841032" y="3419931"/>
          <a:ext cx="2196563" cy="878625"/>
        </a:xfrm>
        <a:prstGeom prst="chevron">
          <a:avLst/>
        </a:prstGeom>
        <a:gradFill rotWithShape="0">
          <a:gsLst>
            <a:gs pos="0">
              <a:schemeClr val="accent1">
                <a:alpha val="90000"/>
                <a:hueOff val="0"/>
                <a:satOff val="0"/>
                <a:lumOff val="0"/>
                <a:alphaOff val="-28000"/>
                <a:tint val="100000"/>
                <a:shade val="100000"/>
                <a:satMod val="129999"/>
              </a:schemeClr>
            </a:gs>
            <a:gs pos="100000">
              <a:schemeClr val="accent1">
                <a:alpha val="90000"/>
                <a:hueOff val="0"/>
                <a:satOff val="0"/>
                <a:lumOff val="0"/>
                <a:alphaOff val="-28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8</a:t>
          </a:r>
        </a:p>
      </dsp:txBody>
      <dsp:txXfrm>
        <a:off x="14280345" y="3419931"/>
        <a:ext cx="1317938" cy="878625"/>
      </dsp:txXfrm>
    </dsp:sp>
    <dsp:sp modelId="{098AFD9B-A3A4-A34A-A5E4-E334D64AFEDD}">
      <dsp:nvSpPr>
        <dsp:cNvPr id="0" name=""/>
        <dsp:cNvSpPr/>
      </dsp:nvSpPr>
      <dsp:spPr>
        <a:xfrm>
          <a:off x="15817939" y="3419931"/>
          <a:ext cx="2196563" cy="878625"/>
        </a:xfrm>
        <a:prstGeom prst="chevron">
          <a:avLst/>
        </a:prstGeom>
        <a:gradFill rotWithShape="0">
          <a:gsLst>
            <a:gs pos="0">
              <a:schemeClr val="accent1">
                <a:alpha val="90000"/>
                <a:hueOff val="0"/>
                <a:satOff val="0"/>
                <a:lumOff val="0"/>
                <a:alphaOff val="-32000"/>
                <a:tint val="100000"/>
                <a:shade val="100000"/>
                <a:satMod val="129999"/>
              </a:schemeClr>
            </a:gs>
            <a:gs pos="100000">
              <a:schemeClr val="accent1">
                <a:alpha val="90000"/>
                <a:hueOff val="0"/>
                <a:satOff val="0"/>
                <a:lumOff val="0"/>
                <a:alphaOff val="-32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9</a:t>
          </a:r>
        </a:p>
      </dsp:txBody>
      <dsp:txXfrm>
        <a:off x="16257252" y="3419931"/>
        <a:ext cx="1317938" cy="878625"/>
      </dsp:txXfrm>
    </dsp:sp>
    <dsp:sp modelId="{8403064A-365B-5F49-AFA7-1150919E6F4D}">
      <dsp:nvSpPr>
        <dsp:cNvPr id="0" name=""/>
        <dsp:cNvSpPr/>
      </dsp:nvSpPr>
      <dsp:spPr>
        <a:xfrm>
          <a:off x="17794847" y="3419931"/>
          <a:ext cx="2196563" cy="878625"/>
        </a:xfrm>
        <a:prstGeom prst="chevron">
          <a:avLst/>
        </a:prstGeom>
        <a:gradFill rotWithShape="0">
          <a:gsLst>
            <a:gs pos="0">
              <a:schemeClr val="accent1">
                <a:alpha val="90000"/>
                <a:hueOff val="0"/>
                <a:satOff val="0"/>
                <a:lumOff val="0"/>
                <a:alphaOff val="-36000"/>
                <a:tint val="100000"/>
                <a:shade val="100000"/>
                <a:satMod val="129999"/>
              </a:schemeClr>
            </a:gs>
            <a:gs pos="100000">
              <a:schemeClr val="accent1">
                <a:alpha val="90000"/>
                <a:hueOff val="0"/>
                <a:satOff val="0"/>
                <a:lumOff val="0"/>
                <a:alphaOff val="-36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10</a:t>
          </a:r>
        </a:p>
      </dsp:txBody>
      <dsp:txXfrm>
        <a:off x="18234160" y="3419931"/>
        <a:ext cx="1317938" cy="878625"/>
      </dsp:txXfrm>
    </dsp:sp>
    <dsp:sp modelId="{BCD142C3-C9B0-7747-85C2-C3BF5C326336}">
      <dsp:nvSpPr>
        <dsp:cNvPr id="0" name=""/>
        <dsp:cNvSpPr/>
      </dsp:nvSpPr>
      <dsp:spPr>
        <a:xfrm>
          <a:off x="19771754" y="3419931"/>
          <a:ext cx="2196563" cy="878625"/>
        </a:xfrm>
        <a:prstGeom prst="chevron">
          <a:avLst/>
        </a:prstGeom>
        <a:gradFill rotWithShape="0">
          <a:gsLst>
            <a:gs pos="0">
              <a:schemeClr val="accent1">
                <a:alpha val="90000"/>
                <a:hueOff val="0"/>
                <a:satOff val="0"/>
                <a:lumOff val="0"/>
                <a:alphaOff val="-40000"/>
                <a:tint val="100000"/>
                <a:shade val="100000"/>
                <a:satMod val="129999"/>
              </a:schemeClr>
            </a:gs>
            <a:gs pos="100000">
              <a:schemeClr val="accent1">
                <a:alpha val="90000"/>
                <a:hueOff val="0"/>
                <a:satOff val="0"/>
                <a:lumOff val="0"/>
                <a:alphaOff val="-40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a:t>Week 11</a:t>
          </a:r>
        </a:p>
      </dsp:txBody>
      <dsp:txXfrm>
        <a:off x="20211067" y="3419931"/>
        <a:ext cx="1317938" cy="87862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11.329"/>
    </inkml:context>
    <inkml:brush xml:id="br0">
      <inkml:brushProperty name="width" value="0.2" units="cm"/>
      <inkml:brushProperty name="height" value="0.2" units="cm"/>
      <inkml:brushProperty name="color" value="#00A0D7"/>
    </inkml:brush>
  </inkml:definitions>
  <inkml:trace contextRef="#ctx0" brushRef="#br0">9691 1514 12000,'-56'-40'62,"-60"-46"252,-46-44 106,-38-35 176,-33-9 20,-31 1-95,-16 13-61,-17 18-168,-30 10-52,-44 8-57,-41 21-25,-42 38-36,-44 46-13,-48 51-10,-23 41-7,-12 37-16,15 30-6,36 37-3,47 40 3,54 34 4,35 17 7,30 2 14,33 19 9,38 35 6,31 22 6,32 20 16,39 0 7,48 1 12,114-269-78,-28 177 0,45-173-23,2 179 0,14-178-8,31 178-1,-14-180-10,62 181-1,-50-197-13,4-2-1,60 99 1,-40-92-5,111 133 0,101 67 8,38-12-8,-197-193-2,138 80 0,158 45 32,46-37 10,45-34 16,38-40 24,30-50 80,16-50 31,3-51 42,1-39 14,3-32 10,-5-39-5,-15-37-30,-28-15-8,-37-4-12,-43 2-9,-31-2-34,-33-17-2,-45-13 12,-38 7 3,-45 9 2,-203 168-94,92-122 0,-104 112-13,66-125 0,-77 116-3,42-116-1,-64 139-27,-2-1 1,17-107-1,-29 109-11,-1-1-1,-4 0 0,-6-72 1,-4 59 13,-2 0 1,-34-111 0,14 87 24,-73-153 0,47 137-14,-92-135 0,83 154-3,-134-148 1,99 141-2,-122-96-1,-155-85 55,-51 4-6,-63 35-6,-51 47-20,-59 57-10,-62 57-36,-56 71-13,-43 76-14,142 28-2937,621-93 2931,-123 21-14678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17.725"/>
    </inkml:context>
    <inkml:brush xml:id="br0">
      <inkml:brushProperty name="width" value="0.2" units="cm"/>
      <inkml:brushProperty name="height" value="0.2" units="cm"/>
      <inkml:brushProperty name="color" value="#00A0D7"/>
    </inkml:brush>
  </inkml:definitions>
  <inkml:trace contextRef="#ctx0" brushRef="#br0">70 92 2328,'0'-9'344,"-5"-32"73,5 40-366,-1 0 0,1-1 0,0 1-1,-1 0 1,1 0 0,0-1 0,-1 1-1,1 0 1,-1 0 0,0-1 0,1 1-1,-1 0 1,-1-2 0,-25-19 4734,27 29-4153,-1 17-67,-7 23-34,0 16-14,6 8-34,2 12-19,0 12-56,0 7-16,0 5-24,0 2-11,0 2-34,0 3-10,-3 1-19,-2-6-13,3-10-26,1-16-15,1-20-31,0-16-8,1-11-18,1-10-10,3-10-35,-2-6-17,-2-6-25,4-8-12,3-4-40,1-5-12,-4-2-25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18.232"/>
    </inkml:context>
    <inkml:brush xml:id="br0">
      <inkml:brushProperty name="width" value="0.2" units="cm"/>
      <inkml:brushProperty name="height" value="0.2" units="cm"/>
      <inkml:brushProperty name="color" value="#00A0D7"/>
    </inkml:brush>
  </inkml:definitions>
  <inkml:trace contextRef="#ctx0" brushRef="#br0">0 250 7520,'6'6'-7,"2"-3"-4,-8-3 9,0 0 0,0 0 1,1 0-1,-1 0 0,0 0 0,0 0 0,1 0 0,-1 0 0,0 0 0,0-1 0,0 1 0,1 0 0,-1 0 0,0 0 0,0 0 0,0-1 0,1 1 0,-1 0 0,0 0 0,0 0 0,0-1 0,0 1 0,1-6-39,-1-4 33,0-10 9,0-1 10,0-2 17,0-4 26,1-3 92,2-4 47,6 0 102,0 8 38,-1 12 55,1 5 24,-9 9-386,1 0-1,-1 0 1,1-1 0,-1 1-1,1 0 1,-1 0 0,1 0-1,-1 0 1,1 0 0,-1 0-1,1 0 1,0 0-1,-1 0 1,1 0 0,-1 0-1,1 0 1,8 5 419,-1 4-2,1 6 9,4 9 23,-1 1-3,-4-3-31,-7 2-12,-4-2-35,-5-1-12,-1-5-3,5-7-6,-1-3-35,0 1-20,1-2-36,-1-4 190,5-2-283,-3-4-42,-2-2-21,0-1-35,2 2-16,3-2-47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18.959"/>
    </inkml:context>
    <inkml:brush xml:id="br0">
      <inkml:brushProperty name="width" value="0.2" units="cm"/>
      <inkml:brushProperty name="height" value="0.2" units="cm"/>
      <inkml:brushProperty name="color" value="#00A0D7"/>
    </inkml:brush>
  </inkml:definitions>
  <inkml:trace contextRef="#ctx0" brushRef="#br0">70 22 352,'-40'-21'7793,"40"24"-7250,0 7-15,0 16-31,-1 26-17,-2 27-57,-5 16-26,3 1-42,0 3-6,0 8 23,3 6 5,5-4-19,6-3-17,0-3-42,-2-14-18,-2-21-25,-4-14-11,-1-6-34,0-10-10,0-11-18,1-9-8,1 1-30,2-3-9,-3-3-25,-1-4-13,0-3-19,0 2-4,0 6-15,0 2-10,0 5-19,0 0-6,0-3-18,0-8-4,0-4-15,0 1-24,0-2-79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19.700"/>
    </inkml:context>
    <inkml:brush xml:id="br0">
      <inkml:brushProperty name="width" value="0.2" units="cm"/>
      <inkml:brushProperty name="height" value="0.2" units="cm"/>
      <inkml:brushProperty name="color" value="#00A0D7"/>
    </inkml:brush>
  </inkml:definitions>
  <inkml:trace contextRef="#ctx0" brushRef="#br0">51 252 4120,'-4'-4'-15,"-4"-5"-57,5 0-1,1 0 34,-3-5 34,-2-6 82,-1-4 69,2-8 172,1 3 70,3 8 87,2 5 18,2-1-9,3-1-7,1 5-34,2 4-11,0 4-24,0 2 0,2 4 8,-1 7-5,-2 6-47,-2 7-20,-4 5-31,-1-1 6,0 1 34,-1-5 14,1-20-337,0 0 1,0 0 0,0 1-1,-1-1 1,1 0 0,-1 0-1,1 0 1,-1 0 0,1 0-1,-1 0 1,0 1 0,-1-1 13,1 0 1,0 0-1,0 0 1,-1 0-1,1 0 1,0 0-1,-3 1 1,-10 4 264,5 1-10,3-4-14,0-3-5,-2-3-25,1-4-15,7 1-31,2 0-12,3-2-34,1-5-7,1 2-9,-1 2-7,-3 5-16,2 4-7,-2 0-10,2 0-6,0 0-9,-1 3-1,1 2-15,0-1-7,-2-3-10,2-1-3,-2 0 192,-3 0-202,-3 0-4,-2 0-6,2 0-15,-2 0-2,0 0-15,1-2-10,0-8-20,3-2-2001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20.458"/>
    </inkml:context>
    <inkml:brush xml:id="br0">
      <inkml:brushProperty name="width" value="0.2" units="cm"/>
      <inkml:brushProperty name="height" value="0.2" units="cm"/>
      <inkml:brushProperty name="color" value="#00A0D7"/>
    </inkml:brush>
  </inkml:definitions>
  <inkml:trace contextRef="#ctx0" brushRef="#br0">0 437 2952,'0'-10'96,"0"-29"24,0 21 96,0 0 31,0-15 26,0-9 4,0 1-9,0 2 4,0 0 7,0 6 12,0 13 43,1 2 27,2 1 46,1 0 29,-4 4 55,1 0 14,3 0 6,0 5-9,0 3 405,-9 13-524,-3 25-23,2 35-32,5 23-2,4 10 29,1 5 2,-3 7-34,5 3-4,6 8 1,0 10 8,1-2 33,-1-8 10,-3-11-15,-4-20-15,-4-18-42,0-20-18,3-18-25,-2-11-11,-1-8-34,-1-4-15,0-5-41,0-7 128,-1-2-263,-3 3-18,-7 2-26,-2-1-36,3 6-137,0 8-103,-2 12-272,-2 2-1803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20.821"/>
    </inkml:context>
    <inkml:brush xml:id="br0">
      <inkml:brushProperty name="width" value="0.2" units="cm"/>
      <inkml:brushProperty name="height" value="0.2" units="cm"/>
      <inkml:brushProperty name="color" value="#00A0D7"/>
    </inkml:brush>
  </inkml:definitions>
  <inkml:trace contextRef="#ctx0" brushRef="#br0">74 142 984,'0'0'0,"0"-11"0</inkml:trace>
  <inkml:trace contextRef="#ctx0" brushRef="#br0" timeOffset="1">4 6 1336,'0'0'0,"-3"-5"0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39:21.185"/>
    </inkml:context>
    <inkml:brush xml:id="br0">
      <inkml:brushProperty name="width" value="0.2" units="cm"/>
      <inkml:brushProperty name="height" value="0.2" units="cm"/>
      <inkml:brushProperty name="color" value="#00A0D7"/>
    </inkml:brush>
  </inkml:definitions>
  <inkml:trace contextRef="#ctx0" brushRef="#br0">0 152 984,'0'0'-8,"0"0"43,0-4 171,0-9 141,1-9 369,4-4 92,3 1 1,1 7 10,4 2 17,3 2-12,2 4-63,-5 7-29,-4 4-73,0 5-35,4 3-64,-1 5-35,-3 3-74,-4-5-29,-1-3-35,0-3-15,-3 3-41,-1-1-17,0-4-19,0 1-4,0 0-15,0-3 237,0-5-270,0-5-15,0 3-10,0 1-20,0 0-17,0-1-41,0 0 107,0 10-138,0 4-10,-1 6-6,-5 10-9,-4 5 3,-3-2 2,3-6 4,2-8-3,4-5-4,-1-5-4,5-3-80,0-1 1,0 0-1,-1 0 1,1 0 0,0 0-1,0 0 1,0 0-1,0 0 1,-1 0 0,1 0-1,0 0 1,0 0 0,0 0-1,0 0 1,-1 0-1,1 0 1,0 0 0,0 0-1,0 0 1,0 0 0,-1 0-1,1 0 1,0 0-1,0 0 1,0 0 0,0-1-1,-1 1 1,1 0 0,-3-8 57,4-4-12,6-2-32,0 1-2068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05T01:13:28.430"/>
    </inkml:context>
    <inkml:brush xml:id="br0">
      <inkml:brushProperty name="width" value="0.2" units="cm"/>
      <inkml:brushProperty name="height" value="0.2" units="cm"/>
      <inkml:brushProperty name="color" value="#00A0D7"/>
    </inkml:brush>
  </inkml:definitions>
  <inkml:trace contextRef="#ctx0" brushRef="#br0">9186 239 1072,'-7'-1'88,"-33"-4"88,-22-5 353,-4-2 130,7 3 146,-2-2 59,-15-1 71,-1-4-62,4 3-314,-6 4-81,-14 4-3,-15 2 49,-7 3 184,-1 0 29,2 0-82,-2-1-42,-2-7-99,-6-4-38,-9-2-48,-10 1-12,-10-1 1,-10-2-8,-5-1-51,-12 5-17,-15 0-9,-8 2-8,-7 6-40,0 5-15,-3 7-35,-5 5-14,-4 3-15,-2 1-1,1-3-8,2-1-2,3 7-14,-10-3-9,-6-3-22,5 0-9,9 2-16,8 0-5,5-4-4,5-6 1,-3 2-10,6 0-4,13 2-10,14 2 2,9 5 4,4 0-1,12 0-18,11-3-1,10-5 4,7 5 3,5 6-4,20 0-3,17-4-12,-2-7-2,-12-2 0,5 6-2,67-8-36,-28 11 0,-16 9 27,-11-4-2,2-8 1,13-3-8,44-7-22,-23 8 0,27-6-10,0-1 0,-15 11 0,-17 15 25,2-1-4,7-5-2,10-6-6,-2-3-2,-2-1-4,3-5 2,8-3-2,16-5-17,0-1 0,0 1 0,0 0 0,0-1 0,0 1 0,0 0 0,0 0 0,0 0 0,0 0 0,0 1 0,-7 15 22,3 4-1,3 0-4,2-18-16,0-1 0,0 1 0,0-1 0,1 1 0,-1 0 0,2 2 0,0-1 1,0 0 0,0 0-1,0-1 1,3 4 0,16 20 17,11 1-4,10 1-1,-29-20-7,23 8 0,29 7 13,19 4 2,9 1 3,7-4 10,3-6 5,3-6 4,4 4 1,-1-1-6,4-3 3,10-4 16,7 2 7,6 4 10,2 2 3,2 0 0,1-4-2,-7-4-10,-2-1 1,8 1-2,0 0 2,-1 0-4,5-1-3,8 0-10,6 0 4,0 2 6,-3-2 2,-5-3 0,6-1-1,7 4-6,7 2-1,2-2 0,0 1-2,0 4-10,2 3 2,9 1 2,0-5-1,-11-6-6,-9 3-1,-2 7 2,8 0 3,11-3-2,7-5 5,2-2 8,-1-1 5,-2-2-2,-2 0 3,0-6 2,1 0-1,2-1-6,-3 3-5,-2 1-14,-1-1-2,-1-3-8,2 3 1,4 8-4,-2 4-3,-3-3-10,1-8 1,6-4-2,0 2 3,-2 3 2,1 6 0,-1 5 0,5-5 0,4-5 0,1-2-1,-7 0-4,-3 0 2,0 4-2,7 1 1,7 3-8,2-5 2,-9-1 2,-11 3 0,-7 2 0,3 2 2,4 2 4,-9-3 2,-13-9 2,-8 2 4,-4 6 4,7 1 3,3-2-2,6-6 2,9-5-4,-2 2-1,-11 6 2,-8 9 2,2 3-8,5-2 2,3-8 2,-4-10-2,-7-8-12,-5-2-2,-6-1 2,0 1 2,7-5-8,1 0 1,2 1-2,0 2 2,-8-1-4,-8 2-1,-7-2 0,-13 1 0,-11 0 0,-5 3-1,-1-7-4,-3-9 2,-13 1-2,-18 3 1,-18 4-8,-9-1 1,3-5-4,-1-1-1,-9-1 2,-11 8 3,-16 20 9,-1 0 0,0 0 0,0 1 1,0-1-1,0 0 0,-1 0 0,2-3 0,-2 3 0,1 0-1,-1 0 1,0-1-1,0 1 1,0 0-1,-1-3 1,-4-17-19,-4-8 2,5 23 14,1 0-1,-1 1 1,-8-11 0,6 9 1,-1 1 1,0 0-1,0 0 1,-10-7-1,-3 0-4,-30-15 0,-36-14-9,-13-3-4,-6-6 2,-2 2-2,4 7 2,2 0-4,-11 0-1,-13 0 0,-13 6-1,-19 9-4,-14 2 2,-10-7-4,-2 5-1,18 14 4,147 13 26,-171-12-26,-7 0-8,2-1 2,7 1 2,2-1 0,-3-7 2,-11-3 4,-8-2 4,-7 0 3,-10 2-2,-13 6 5,-12 4 6,-11 2 2,-5 0 2,-1-2 3,-1 1-2,4-2 3,-1-3 2,-2 6 0,4 15 0,4 5 0,-3 5 0,2 1 0,3 1 0,9 3 0,10-1 0,10 1 0,11-1 0,10 0 0,5-1 0,14-4 0,17-8 0,8-3-1,12 0-6,18 3-6,21 0-20,19-8-7,18-3-26,10 3-62,4 8-224,8 2-2654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1" name="Shape 151"/>
          <p:cNvSpPr>
            <a:spLocks noGrp="1" noRot="1" noChangeAspect="1"/>
          </p:cNvSpPr>
          <p:nvPr>
            <p:ph type="sldImg"/>
          </p:nvPr>
        </p:nvSpPr>
        <p:spPr>
          <a:xfrm>
            <a:off x="1143000" y="685800"/>
            <a:ext cx="4572000" cy="3429000"/>
          </a:xfrm>
          <a:prstGeom prst="rect">
            <a:avLst/>
          </a:prstGeom>
        </p:spPr>
        <p:txBody>
          <a:bodyPr/>
          <a:lstStyle/>
          <a:p>
            <a:endParaRPr/>
          </a:p>
        </p:txBody>
      </p:sp>
      <p:sp>
        <p:nvSpPr>
          <p:cNvPr id="152" name="Shape 15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1134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REFER TO WEEK 5 LECTURE SLIDES FOR EXAMPLES! </a:t>
            </a:r>
          </a:p>
        </p:txBody>
      </p:sp>
    </p:spTree>
    <p:extLst>
      <p:ext uri="{BB962C8B-B14F-4D97-AF65-F5344CB8AC3E}">
        <p14:creationId xmlns:p14="http://schemas.microsoft.com/office/powerpoint/2010/main" val="1818518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1" dirty="0"/>
          </a:p>
        </p:txBody>
      </p:sp>
    </p:spTree>
    <p:extLst>
      <p:ext uri="{BB962C8B-B14F-4D97-AF65-F5344CB8AC3E}">
        <p14:creationId xmlns:p14="http://schemas.microsoft.com/office/powerpoint/2010/main" val="2685848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b="1" i="0" dirty="0" err="1">
                <a:solidFill>
                  <a:srgbClr val="2B2B2B"/>
                </a:solidFill>
                <a:effectLst/>
                <a:latin typeface="Merriweather" panose="00000500000000000000" pitchFamily="2" charset="0"/>
              </a:rPr>
              <a:t>Fitts’</a:t>
            </a:r>
            <a:r>
              <a:rPr lang="en-US" b="1" i="0" dirty="0">
                <a:solidFill>
                  <a:srgbClr val="2B2B2B"/>
                </a:solidFill>
                <a:effectLst/>
                <a:latin typeface="Merriweather" panose="00000500000000000000" pitchFamily="2" charset="0"/>
              </a:rPr>
              <a:t> law states that the amount of time required for a person to move a pointer (e.g., mouse cursor) to a target area is a function of the distance to the target divided by the size of the target. Thus, the longer the distance and the smaller the target’s size, the longer it takes.</a:t>
            </a:r>
          </a:p>
          <a:p>
            <a:endParaRPr lang="en-AU" dirty="0"/>
          </a:p>
        </p:txBody>
      </p:sp>
    </p:spTree>
    <p:extLst>
      <p:ext uri="{BB962C8B-B14F-4D97-AF65-F5344CB8AC3E}">
        <p14:creationId xmlns:p14="http://schemas.microsoft.com/office/powerpoint/2010/main" val="3850217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0" dirty="0">
                <a:solidFill>
                  <a:srgbClr val="202124"/>
                </a:solidFill>
                <a:effectLst/>
                <a:latin typeface="Google Sans"/>
              </a:rPr>
              <a:t> the Goal Gradient Effect states that </a:t>
            </a:r>
            <a:r>
              <a:rPr lang="en-US" b="0" i="0" dirty="0">
                <a:solidFill>
                  <a:srgbClr val="040C28"/>
                </a:solidFill>
                <a:effectLst/>
                <a:latin typeface="Google Sans"/>
              </a:rPr>
              <a:t>as people get closer to a reward, they speed up their behavior to get to their goal faster</a:t>
            </a:r>
            <a:r>
              <a:rPr lang="en-US" b="0" i="0" dirty="0">
                <a:solidFill>
                  <a:srgbClr val="202124"/>
                </a:solidFill>
                <a:effectLst/>
                <a:latin typeface="Google Sans"/>
              </a:rPr>
              <a:t>. In other words, people are motivated by how much is left to reach their target, not how far they've come.</a:t>
            </a:r>
            <a:endParaRPr lang="en-AU" dirty="0"/>
          </a:p>
        </p:txBody>
      </p:sp>
    </p:spTree>
    <p:extLst>
      <p:ext uri="{BB962C8B-B14F-4D97-AF65-F5344CB8AC3E}">
        <p14:creationId xmlns:p14="http://schemas.microsoft.com/office/powerpoint/2010/main" val="4034410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0" dirty="0">
                <a:solidFill>
                  <a:srgbClr val="4D5156"/>
                </a:solidFill>
                <a:effectLst/>
                <a:latin typeface="arial" panose="020B0604020202020204" pitchFamily="34" charset="0"/>
              </a:rPr>
              <a:t>Hick's Law is a </a:t>
            </a:r>
            <a:r>
              <a:rPr lang="en-US" b="1" i="0" dirty="0">
                <a:solidFill>
                  <a:srgbClr val="5F6368"/>
                </a:solidFill>
                <a:effectLst/>
                <a:latin typeface="arial" panose="020B0604020202020204" pitchFamily="34" charset="0"/>
              </a:rPr>
              <a:t>simple idea that says that the more choices you present your users with, the longer it will take them to reach a decision.  Just be sure to simplify, without removing necessary options.  You can even improve user experience by making them make two very simple decisions (maybe 1/3) instead of one more difficult one (1/6).</a:t>
            </a:r>
            <a:endParaRPr lang="en-AU" dirty="0"/>
          </a:p>
        </p:txBody>
      </p:sp>
    </p:spTree>
    <p:extLst>
      <p:ext uri="{BB962C8B-B14F-4D97-AF65-F5344CB8AC3E}">
        <p14:creationId xmlns:p14="http://schemas.microsoft.com/office/powerpoint/2010/main" val="3250039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Breadcrumbs on the next page, </a:t>
            </a:r>
            <a:r>
              <a:rPr lang="en-US" b="1" dirty="0"/>
              <a:t>Calendar picker is obvious, hidden costs and trick questions are always implemented on budget airline websites such as Jetstar to trick people into spending extra money on minor upgrades such as luggage, seat selection, food and even car hire. This is also common in insurance and more. </a:t>
            </a:r>
          </a:p>
        </p:txBody>
      </p:sp>
    </p:spTree>
    <p:extLst>
      <p:ext uri="{BB962C8B-B14F-4D97-AF65-F5344CB8AC3E}">
        <p14:creationId xmlns:p14="http://schemas.microsoft.com/office/powerpoint/2010/main" val="1043055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1" dirty="0"/>
              <a:t>Encourage them to choose one or two which offer similar services to which they plan to provide. Then one which is quite different, but relevant to get diversity of inspiration.</a:t>
            </a:r>
          </a:p>
        </p:txBody>
      </p:sp>
    </p:spTree>
    <p:extLst>
      <p:ext uri="{BB962C8B-B14F-4D97-AF65-F5344CB8AC3E}">
        <p14:creationId xmlns:p14="http://schemas.microsoft.com/office/powerpoint/2010/main" val="615995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Some bits of feedback will not be said verbally, but may be a cue for you to observe such as hesitation on where to go next highlighting potential bad navigation.</a:t>
            </a:r>
          </a:p>
        </p:txBody>
      </p:sp>
    </p:spTree>
    <p:extLst>
      <p:ext uri="{BB962C8B-B14F-4D97-AF65-F5344CB8AC3E}">
        <p14:creationId xmlns:p14="http://schemas.microsoft.com/office/powerpoint/2010/main" val="1639863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84940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0987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404129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solidFill>
          <a:srgbClr val="FFFFFF"/>
        </a:solidFill>
        <a:effectLst/>
      </p:bgPr>
    </p:bg>
    <p:spTree>
      <p:nvGrpSpPr>
        <p:cNvPr id="1" name=""/>
        <p:cNvGrpSpPr/>
        <p:nvPr/>
      </p:nvGrpSpPr>
      <p:grpSpPr>
        <a:xfrm>
          <a:off x="0" y="0"/>
          <a:ext cx="0" cy="0"/>
          <a:chOff x="0" y="0"/>
          <a:chExt cx="0" cy="0"/>
        </a:xfrm>
      </p:grpSpPr>
      <p:pic>
        <p:nvPicPr>
          <p:cNvPr id="11"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12"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a:solidFill>
                  <a:srgbClr val="000000"/>
                </a:solidFill>
                <a:latin typeface="+mn-lt"/>
                <a:ea typeface="+mn-ea"/>
                <a:cs typeface="+mn-cs"/>
                <a:sym typeface="Clancy Bold"/>
              </a:defRPr>
            </a:lvl1pPr>
          </a:lstStyle>
          <a:p>
            <a:r>
              <a:t>Author and Date</a:t>
            </a:r>
          </a:p>
        </p:txBody>
      </p:sp>
      <p:sp>
        <p:nvSpPr>
          <p:cNvPr id="13"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solidFill>
                  <a:srgbClr val="000000"/>
                </a:solidFill>
              </a:defRPr>
            </a:lvl1pPr>
          </a:lstStyle>
          <a:p>
            <a:r>
              <a:t>Presentation Title</a:t>
            </a:r>
          </a:p>
        </p:txBody>
      </p:sp>
      <p:sp>
        <p:nvSpPr>
          <p:cNvPr id="14"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Presentation Subtitle</a:t>
            </a:r>
          </a:p>
          <a:p>
            <a:pPr lvl="1"/>
            <a:endParaRPr/>
          </a:p>
          <a:p>
            <a:pPr lvl="2"/>
            <a:endParaRPr/>
          </a:p>
          <a:p>
            <a:pPr lvl="3"/>
            <a:endParaRPr/>
          </a:p>
          <a:p>
            <a:pPr lvl="4"/>
            <a:endParaRPr/>
          </a:p>
        </p:txBody>
      </p:sp>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2" name="666699290_02_crop_3159x1892.jpg"/>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3"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000000"/>
                </a:solidFill>
              </a:defRPr>
            </a:lvl1pPr>
          </a:lstStyle>
          <a:p>
            <a:r>
              <a:t>Presentation Title</a:t>
            </a:r>
          </a:p>
        </p:txBody>
      </p:sp>
      <p:sp>
        <p:nvSpPr>
          <p:cNvPr id="24"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a:solidFill>
                  <a:srgbClr val="000000"/>
                </a:solidFill>
                <a:latin typeface="+mn-lt"/>
                <a:ea typeface="+mn-ea"/>
                <a:cs typeface="+mn-cs"/>
                <a:sym typeface="Clancy Bold"/>
              </a:defRPr>
            </a:lvl1pPr>
          </a:lstStyle>
          <a:p>
            <a:r>
              <a:t>Author and Date</a:t>
            </a:r>
          </a:p>
        </p:txBody>
      </p:sp>
      <p:sp>
        <p:nvSpPr>
          <p:cNvPr id="25"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Presentation Subtitle</a:t>
            </a:r>
          </a:p>
          <a:p>
            <a:pPr lvl="1"/>
            <a:endParaRPr/>
          </a:p>
          <a:p>
            <a:pPr lvl="2"/>
            <a:endParaRPr/>
          </a:p>
          <a:p>
            <a:pPr lvl="3"/>
            <a:endParaRPr/>
          </a:p>
          <a:p>
            <a:pPr lvl="4"/>
            <a:endParaRP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solidFill>
          <a:srgbClr val="FFFFFF"/>
        </a:solidFill>
        <a:effectLst/>
      </p:bgPr>
    </p:bg>
    <p:spTree>
      <p:nvGrpSpPr>
        <p:cNvPr id="1" name=""/>
        <p:cNvGrpSpPr/>
        <p:nvPr/>
      </p:nvGrpSpPr>
      <p:grpSpPr>
        <a:xfrm>
          <a:off x="0" y="0"/>
          <a:ext cx="0" cy="0"/>
          <a:chOff x="0" y="0"/>
          <a:chExt cx="0" cy="0"/>
        </a:xfrm>
      </p:grpSpPr>
      <p:sp>
        <p:nvSpPr>
          <p:cNvPr id="33" name="910457886_1434x1669.jpg"/>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4"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5"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Slide Subtitle</a:t>
            </a:r>
          </a:p>
          <a:p>
            <a:pPr lvl="1"/>
            <a:endParaRPr/>
          </a:p>
          <a:p>
            <a:pPr lvl="2"/>
            <a:endParaRPr/>
          </a:p>
          <a:p>
            <a:pPr lvl="3"/>
            <a:endParaRPr/>
          </a:p>
          <a:p>
            <a:pPr lvl="4"/>
            <a:endParaRPr/>
          </a:p>
        </p:txBody>
      </p:sp>
      <p:sp>
        <p:nvSpPr>
          <p:cNvPr id="36"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3" name="Slide Title"/>
          <p:cNvSpPr txBox="1">
            <a:spLocks noGrp="1"/>
          </p:cNvSpPr>
          <p:nvPr>
            <p:ph type="title" hasCustomPrompt="1"/>
          </p:nvPr>
        </p:nvSpPr>
        <p:spPr>
          <a:prstGeom prst="rect">
            <a:avLst/>
          </a:prstGeom>
        </p:spPr>
        <p:txBody>
          <a:bodyPr/>
          <a:lstStyle/>
          <a:p>
            <a:r>
              <a:t>Slide Title</a:t>
            </a:r>
          </a:p>
        </p:txBody>
      </p:sp>
      <p:sp>
        <p:nvSpPr>
          <p:cNvPr id="44"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45"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bg>
      <p:bgPr>
        <a:solidFill>
          <a:srgbClr val="FFFFFF"/>
        </a:solidFill>
        <a:effectLst/>
      </p:bgPr>
    </p:bg>
    <p:spTree>
      <p:nvGrpSpPr>
        <p:cNvPr id="1" name=""/>
        <p:cNvGrpSpPr/>
        <p:nvPr/>
      </p:nvGrpSpPr>
      <p:grpSpPr>
        <a:xfrm>
          <a:off x="0" y="0"/>
          <a:ext cx="0" cy="0"/>
          <a:chOff x="0" y="0"/>
          <a:chExt cx="0" cy="0"/>
        </a:xfrm>
      </p:grpSpPr>
      <p:sp>
        <p:nvSpPr>
          <p:cNvPr id="53"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solidFill>
          <a:srgbClr val="FFFFFF"/>
        </a:solidFill>
        <a:effectLst/>
      </p:bgPr>
    </p:bg>
    <p:spTree>
      <p:nvGrpSpPr>
        <p:cNvPr id="1" name=""/>
        <p:cNvGrpSpPr/>
        <p:nvPr/>
      </p:nvGrpSpPr>
      <p:grpSpPr>
        <a:xfrm>
          <a:off x="0" y="0"/>
          <a:ext cx="0" cy="0"/>
          <a:chOff x="0" y="0"/>
          <a:chExt cx="0" cy="0"/>
        </a:xfrm>
      </p:grpSpPr>
      <p:sp>
        <p:nvSpPr>
          <p:cNvPr id="6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6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3" name="660384004_1290x1720.jpg"/>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4"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solidFill>
          <a:srgbClr val="FFFFFF"/>
        </a:solidFill>
        <a:effectLst/>
      </p:bgPr>
    </p:bg>
    <p:spTree>
      <p:nvGrpSpPr>
        <p:cNvPr id="1" name=""/>
        <p:cNvGrpSpPr/>
        <p:nvPr/>
      </p:nvGrpSpPr>
      <p:grpSpPr>
        <a:xfrm>
          <a:off x="0" y="0"/>
          <a:ext cx="0" cy="0"/>
          <a:chOff x="0" y="0"/>
          <a:chExt cx="0" cy="0"/>
        </a:xfrm>
      </p:grpSpPr>
      <p:pic>
        <p:nvPicPr>
          <p:cNvPr id="72"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73"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spc="-232">
                <a:solidFill>
                  <a:srgbClr val="000000"/>
                </a:solidFill>
                <a:latin typeface="Clancy Regular"/>
                <a:ea typeface="Clancy Regular"/>
                <a:cs typeface="Clancy Regular"/>
                <a:sym typeface="Clancy Regular"/>
              </a:defRPr>
            </a:lvl1pPr>
          </a:lstStyle>
          <a:p>
            <a:r>
              <a:t>Section Title</a:t>
            </a:r>
          </a:p>
        </p:txBody>
      </p:sp>
      <p:sp>
        <p:nvSpPr>
          <p:cNvPr id="74"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solidFill>
          <a:srgbClr val="FFFFFF"/>
        </a:solidFill>
        <a:effectLst/>
      </p:bgPr>
    </p:bg>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solidFill>
          <a:srgbClr val="FFFFFF"/>
        </a:solidFill>
        <a:effectLst/>
      </p:bgPr>
    </p:bg>
    <p:spTree>
      <p:nvGrpSpPr>
        <p:cNvPr id="1" name=""/>
        <p:cNvGrpSpPr/>
        <p:nvPr/>
      </p:nvGrpSpPr>
      <p:grpSpPr>
        <a:xfrm>
          <a:off x="0" y="0"/>
          <a:ext cx="0" cy="0"/>
          <a:chOff x="0" y="0"/>
          <a:chExt cx="0" cy="0"/>
        </a:xfrm>
      </p:grpSpPr>
      <p:sp>
        <p:nvSpPr>
          <p:cNvPr id="90"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91"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Agenda Subtitle</a:t>
            </a:r>
          </a:p>
        </p:txBody>
      </p:sp>
      <p:sp>
        <p:nvSpPr>
          <p:cNvPr id="92"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1pPr>
            <a:lvl2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2pPr>
            <a:lvl3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3pPr>
            <a:lvl4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4pPr>
            <a:lvl5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5pPr>
          </a:lstStyle>
          <a:p>
            <a:r>
              <a:t>Agenda Topics</a:t>
            </a:r>
          </a:p>
          <a:p>
            <a:pPr lvl="1"/>
            <a:endParaRPr/>
          </a:p>
          <a:p>
            <a:pPr lvl="2"/>
            <a:endParaRPr/>
          </a:p>
          <a:p>
            <a:pPr lvl="3"/>
            <a:endParaRPr/>
          </a:p>
          <a:p>
            <a:pPr lvl="4"/>
            <a:endParaRP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solidFill>
          <a:srgbClr val="FFFFFF"/>
        </a:solidFill>
        <a:effectLst/>
      </p:bgPr>
    </p:bg>
    <p:spTree>
      <p:nvGrpSpPr>
        <p:cNvPr id="1" name=""/>
        <p:cNvGrpSpPr/>
        <p:nvPr/>
      </p:nvGrpSpPr>
      <p:grpSpPr>
        <a:xfrm>
          <a:off x="0" y="0"/>
          <a:ext cx="0" cy="0"/>
          <a:chOff x="0" y="0"/>
          <a:chExt cx="0" cy="0"/>
        </a:xfrm>
      </p:grpSpPr>
      <p:pic>
        <p:nvPicPr>
          <p:cNvPr id="100"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101"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1pPr>
            <a:lvl2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2pPr>
            <a:lvl3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3pPr>
            <a:lvl4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4pPr>
            <a:lvl5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5pPr>
          </a:lstStyle>
          <a:p>
            <a:r>
              <a:t>Statement</a:t>
            </a:r>
          </a:p>
          <a:p>
            <a:pPr lvl="1"/>
            <a:endParaRPr/>
          </a:p>
          <a:p>
            <a:pPr lvl="2"/>
            <a:endParaRPr/>
          </a:p>
          <a:p>
            <a:pPr lvl="3"/>
            <a:endParaRPr/>
          </a:p>
          <a:p>
            <a:pPr lvl="4"/>
            <a:endParaRP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solidFill>
          <a:srgbClr val="FFFFFF"/>
        </a:solidFill>
        <a:effectLst/>
      </p:bgPr>
    </p:bg>
    <p:spTree>
      <p:nvGrpSpPr>
        <p:cNvPr id="1" name=""/>
        <p:cNvGrpSpPr/>
        <p:nvPr/>
      </p:nvGrpSpPr>
      <p:grpSpPr>
        <a:xfrm>
          <a:off x="0" y="0"/>
          <a:ext cx="0" cy="0"/>
          <a:chOff x="0" y="0"/>
          <a:chExt cx="0" cy="0"/>
        </a:xfrm>
      </p:grpSpPr>
      <p:sp>
        <p:nvSpPr>
          <p:cNvPr id="109"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1pPr>
            <a:lvl2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2pPr>
            <a:lvl3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3pPr>
            <a:lvl4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4pPr>
            <a:lvl5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5pPr>
          </a:lstStyle>
          <a:p>
            <a:r>
              <a:t>100%</a:t>
            </a:r>
          </a:p>
          <a:p>
            <a:pPr lvl="1"/>
            <a:endParaRPr/>
          </a:p>
          <a:p>
            <a:pPr lvl="2"/>
            <a:endParaRPr/>
          </a:p>
          <a:p>
            <a:pPr lvl="3"/>
            <a:endParaRPr/>
          </a:p>
          <a:p>
            <a:pPr lvl="4"/>
            <a:endParaRPr/>
          </a:p>
        </p:txBody>
      </p:sp>
      <p:sp>
        <p:nvSpPr>
          <p:cNvPr id="110"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solidFill>
                  <a:srgbClr val="000000"/>
                </a:solidFill>
                <a:latin typeface="Helvetica Neue"/>
                <a:ea typeface="Helvetica Neue"/>
                <a:cs typeface="Helvetica Neue"/>
                <a:sym typeface="Helvetica Neue"/>
              </a:defRPr>
            </a:lvl1pPr>
          </a:lstStyle>
          <a:p>
            <a:r>
              <a:t>Fact information</a:t>
            </a: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solidFill>
          <a:srgbClr val="FFFFFF"/>
        </a:solidFill>
        <a:effectLst/>
      </p:bgPr>
    </p:bg>
    <p:spTree>
      <p:nvGrpSpPr>
        <p:cNvPr id="1" name=""/>
        <p:cNvGrpSpPr/>
        <p:nvPr/>
      </p:nvGrpSpPr>
      <p:grpSpPr>
        <a:xfrm>
          <a:off x="0" y="0"/>
          <a:ext cx="0" cy="0"/>
          <a:chOff x="0" y="0"/>
          <a:chExt cx="0" cy="0"/>
        </a:xfrm>
      </p:grpSpPr>
      <p:sp>
        <p:nvSpPr>
          <p:cNvPr id="118"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solidFill>
                  <a:srgbClr val="000000"/>
                </a:solidFill>
                <a:latin typeface="Helvetica Neue"/>
                <a:ea typeface="Helvetica Neue"/>
                <a:cs typeface="Helvetica Neue"/>
                <a:sym typeface="Helvetica Neue"/>
              </a:defRPr>
            </a:lvl1pPr>
          </a:lstStyle>
          <a:p>
            <a:r>
              <a:t>Attribution</a:t>
            </a:r>
          </a:p>
        </p:txBody>
      </p:sp>
      <p:sp>
        <p:nvSpPr>
          <p:cNvPr id="119"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1pPr>
            <a:lvl2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2pPr>
            <a:lvl3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3pPr>
            <a:lvl4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4pPr>
            <a:lvl5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bg>
      <p:bgPr>
        <a:solidFill>
          <a:srgbClr val="FFFFFF"/>
        </a:solidFill>
        <a:effectLst/>
      </p:bgPr>
    </p:bg>
    <p:spTree>
      <p:nvGrpSpPr>
        <p:cNvPr id="1" name=""/>
        <p:cNvGrpSpPr/>
        <p:nvPr/>
      </p:nvGrpSpPr>
      <p:grpSpPr>
        <a:xfrm>
          <a:off x="0" y="0"/>
          <a:ext cx="0" cy="0"/>
          <a:chOff x="0" y="0"/>
          <a:chExt cx="0" cy="0"/>
        </a:xfrm>
      </p:grpSpPr>
      <p:sp>
        <p:nvSpPr>
          <p:cNvPr id="127" name="Image"/>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8" name="Image"/>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9" name="Imag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37" name="Image"/>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38"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solidFill>
        <a:effectLst/>
      </p:bgPr>
    </p:bg>
    <p:spTree>
      <p:nvGrpSpPr>
        <p:cNvPr id="1" name=""/>
        <p:cNvGrpSpPr/>
        <p:nvPr/>
      </p:nvGrpSpPr>
      <p:grpSpPr>
        <a:xfrm>
          <a:off x="0" y="0"/>
          <a:ext cx="0" cy="0"/>
          <a:chOff x="0" y="0"/>
          <a:chExt cx="0" cy="0"/>
        </a:xfrm>
      </p:grpSpPr>
      <p:sp>
        <p:nvSpPr>
          <p:cNvPr id="1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1pPr>
      <a:lvl2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2pPr>
      <a:lvl3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3pPr>
      <a:lvl4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4pPr>
      <a:lvl5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5pPr>
      <a:lvl6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6pPr>
      <a:lvl7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7pPr>
      <a:lvl8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8pPr>
      <a:lvl9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8.png"/><Relationship Id="rId18" Type="http://schemas.openxmlformats.org/officeDocument/2006/relationships/customXml" Target="../ink/ink8.xm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image" Target="../media/image10.png"/><Relationship Id="rId2" Type="http://schemas.openxmlformats.org/officeDocument/2006/relationships/notesSlide" Target="../notesSlides/notesSlide5.xml"/><Relationship Id="rId16" Type="http://schemas.openxmlformats.org/officeDocument/2006/relationships/customXml" Target="../ink/ink7.xml"/><Relationship Id="rId1" Type="http://schemas.openxmlformats.org/officeDocument/2006/relationships/slideLayout" Target="../slideLayouts/slideLayout4.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customXml" Target="../ink/ink4.xml"/><Relationship Id="rId19" Type="http://schemas.openxmlformats.org/officeDocument/2006/relationships/image" Target="../media/image11.png"/><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Design Next, June 2021"/>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normAutofit lnSpcReduction="10000"/>
          </a:bodyPr>
          <a:lstStyle/>
          <a:p>
            <a:r>
              <a:rPr lang="en-AU" dirty="0"/>
              <a:t>SENG</a:t>
            </a:r>
            <a:r>
              <a:rPr dirty="0"/>
              <a:t>, </a:t>
            </a:r>
            <a:r>
              <a:rPr lang="en-AU" dirty="0"/>
              <a:t>T2</a:t>
            </a:r>
            <a:r>
              <a:rPr dirty="0"/>
              <a:t> 202</a:t>
            </a:r>
            <a:r>
              <a:rPr lang="en-AU" dirty="0"/>
              <a:t>6</a:t>
            </a:r>
            <a:endParaRPr dirty="0"/>
          </a:p>
        </p:txBody>
      </p:sp>
      <p:sp>
        <p:nvSpPr>
          <p:cNvPr id="155" name="Week 1 User research plan"/>
          <p:cNvSpPr txBox="1">
            <a:spLocks noGrp="1"/>
          </p:cNvSpPr>
          <p:nvPr>
            <p:ph type="ctrTitle"/>
          </p:nvPr>
        </p:nvSpPr>
        <p:spPr>
          <a:prstGeom prst="rect">
            <a:avLst/>
          </a:prstGeom>
        </p:spPr>
        <p:txBody>
          <a:bodyPr/>
          <a:lstStyle/>
          <a:p>
            <a:r>
              <a:t>Week </a:t>
            </a:r>
            <a:r>
              <a:rPr lang="en-AU"/>
              <a:t>7</a:t>
            </a:r>
            <a:r>
              <a:t> </a:t>
            </a:r>
            <a:r>
              <a:rPr lang="en-AU"/>
              <a:t>UI/UX and everything in-between</a:t>
            </a:r>
            <a:endParaRPr/>
          </a:p>
        </p:txBody>
      </p:sp>
      <p:sp>
        <p:nvSpPr>
          <p:cNvPr id="156" name="DESN2000 Workshop"/>
          <p:cNvSpPr txBox="1">
            <a:spLocks noGrp="1"/>
          </p:cNvSpPr>
          <p:nvPr>
            <p:ph type="subTitle" sz="quarter" idx="1"/>
          </p:nvPr>
        </p:nvSpPr>
        <p:spPr>
          <a:prstGeom prst="rect">
            <a:avLst/>
          </a:prstGeom>
        </p:spPr>
        <p:txBody>
          <a:bodyPr/>
          <a:lstStyle>
            <a:lvl1pPr>
              <a:defRPr>
                <a:solidFill>
                  <a:srgbClr val="000000"/>
                </a:solidFill>
              </a:defRPr>
            </a:lvl1pPr>
          </a:lstStyle>
          <a:p>
            <a:r>
              <a:t>DESN2000 </a:t>
            </a:r>
            <a:r>
              <a:rPr lang="en-AU"/>
              <a:t>SENG </a:t>
            </a:r>
            <a:r>
              <a:t>Workshop</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Overview – Making a research plan"/>
          <p:cNvSpPr txBox="1">
            <a:spLocks noGrp="1"/>
          </p:cNvSpPr>
          <p:nvPr>
            <p:ph type="title"/>
          </p:nvPr>
        </p:nvSpPr>
        <p:spPr>
          <a:prstGeom prst="rect">
            <a:avLst/>
          </a:prstGeom>
        </p:spPr>
        <p:txBody>
          <a:bodyPr/>
          <a:lstStyle/>
          <a:p>
            <a:r>
              <a:t>Overview – </a:t>
            </a:r>
            <a:r>
              <a:rPr lang="en-AU"/>
              <a:t>UI/UX and in between</a:t>
            </a:r>
            <a:endParaRPr/>
          </a:p>
        </p:txBody>
      </p:sp>
      <p:sp>
        <p:nvSpPr>
          <p:cNvPr id="159" name="1 hour workshop"/>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2</a:t>
            </a:r>
            <a:r>
              <a:t> hour workshop</a:t>
            </a:r>
          </a:p>
        </p:txBody>
      </p:sp>
      <p:sp>
        <p:nvSpPr>
          <p:cNvPr id="160" name="Introduction…"/>
          <p:cNvSpPr txBox="1">
            <a:spLocks noGrp="1"/>
          </p:cNvSpPr>
          <p:nvPr>
            <p:ph type="body" idx="1"/>
          </p:nvPr>
        </p:nvSpPr>
        <p:spPr>
          <a:xfrm>
            <a:off x="1206500" y="3994504"/>
            <a:ext cx="21971000" cy="7218041"/>
          </a:xfrm>
          <a:prstGeom prst="rect">
            <a:avLst/>
          </a:prstGeom>
        </p:spPr>
        <p:txBody>
          <a:bodyPr>
            <a:normAutofit/>
          </a:bodyPr>
          <a:lstStyle/>
          <a:p>
            <a:r>
              <a:rPr lang="en-AU"/>
              <a:t>Intro</a:t>
            </a:r>
          </a:p>
          <a:p>
            <a:r>
              <a:rPr lang="en-AU"/>
              <a:t>UI/UX</a:t>
            </a:r>
          </a:p>
          <a:p>
            <a:r>
              <a:rPr lang="en-AU" dirty="0"/>
              <a:t>What to do with feedback….</a:t>
            </a:r>
          </a:p>
          <a:p>
            <a:r>
              <a:rPr lang="en-AU"/>
              <a:t>Group Work – working towards getting first sprint test ready</a:t>
            </a:r>
            <a:endParaRPr/>
          </a:p>
          <a:p>
            <a:endParaRPr/>
          </a:p>
        </p:txBody>
      </p:sp>
      <p:graphicFrame>
        <p:nvGraphicFramePr>
          <p:cNvPr id="161" name="Table"/>
          <p:cNvGraphicFramePr/>
          <p:nvPr>
            <p:extLst>
              <p:ext uri="{D42A27DB-BD31-4B8C-83A1-F6EECF244321}">
                <p14:modId xmlns:p14="http://schemas.microsoft.com/office/powerpoint/2010/main" val="1556379784"/>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accent1">
                        <a:lumMod val="60000"/>
                        <a:lumOff val="40000"/>
                      </a:schemeClr>
                    </a:solidFill>
                  </a:tcPr>
                </a:tc>
                <a:tc>
                  <a:txBody>
                    <a:bodyPr/>
                    <a:lstStyle/>
                    <a:p>
                      <a:pPr defTabSz="914400"/>
                      <a:r>
                        <a:rPr lang="en-AU" sz="2500"/>
                        <a:t>UI/UX</a:t>
                      </a:r>
                      <a:endParaRPr sz="2500"/>
                    </a:p>
                  </a:txBody>
                  <a:tcPr marL="50800" marR="50800" marT="50800" marB="50800" anchor="ctr" horzOverflow="overflow">
                    <a:solidFill>
                      <a:schemeClr val="accent1">
                        <a:lumMod val="20000"/>
                        <a:lumOff val="80000"/>
                      </a:schemeClr>
                    </a:solidFill>
                  </a:tcPr>
                </a:tc>
                <a:tc>
                  <a:txBody>
                    <a:bodyPr/>
                    <a:lstStyle/>
                    <a:p>
                      <a:pPr defTabSz="914400"/>
                      <a:r>
                        <a:rPr lang="en-AU" sz="2500"/>
                        <a:t>Group Work</a:t>
                      </a:r>
                      <a:endParaRPr sz="250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accent1">
                        <a:lumMod val="60000"/>
                        <a:lumOff val="40000"/>
                      </a:schemeClr>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60000"/>
                        <a:lumOff val="40000"/>
                      </a:schemeClr>
                    </a:solidFill>
                  </a:tcPr>
                </a:tc>
                <a:tc>
                  <a:txBody>
                    <a:bodyPr/>
                    <a:lstStyle/>
                    <a:p>
                      <a:pPr defTabSz="914400"/>
                      <a:r>
                        <a:rPr lang="en-AU" sz="2500"/>
                        <a:t>all</a:t>
                      </a:r>
                      <a:endParaRPr sz="2500"/>
                    </a:p>
                  </a:txBody>
                  <a:tcPr marL="50800" marR="50800" marT="50800" marB="50800" anchor="ctr" horzOverflow="overflow">
                    <a:solidFill>
                      <a:srgbClr val="F2F2F2"/>
                    </a:solidFill>
                  </a:tcPr>
                </a:tc>
                <a:tc>
                  <a:txBody>
                    <a:bodyPr/>
                    <a:lstStyle/>
                    <a:p>
                      <a:pPr defTabSz="914400"/>
                      <a:r>
                        <a:rPr sz="250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Overview – Broader picture"/>
          <p:cNvSpPr txBox="1">
            <a:spLocks noGrp="1"/>
          </p:cNvSpPr>
          <p:nvPr>
            <p:ph type="title"/>
          </p:nvPr>
        </p:nvSpPr>
        <p:spPr>
          <a:prstGeom prst="rect">
            <a:avLst/>
          </a:prstGeom>
        </p:spPr>
        <p:txBody>
          <a:bodyPr/>
          <a:lstStyle/>
          <a:p>
            <a:r>
              <a:t>Overview – </a:t>
            </a:r>
            <a:r>
              <a:rPr lang="en-AU"/>
              <a:t>Why are we here today?</a:t>
            </a:r>
            <a:endParaRPr/>
          </a:p>
        </p:txBody>
      </p:sp>
      <p:sp>
        <p:nvSpPr>
          <p:cNvPr id="164" name="What you’ll aim for"/>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t>What you’ll aim for</a:t>
            </a:r>
          </a:p>
        </p:txBody>
      </p:sp>
      <p:sp>
        <p:nvSpPr>
          <p:cNvPr id="7" name="Which uncertainties and assumptions do you have…?…">
            <a:extLst>
              <a:ext uri="{FF2B5EF4-FFF2-40B4-BE49-F238E27FC236}">
                <a16:creationId xmlns:a16="http://schemas.microsoft.com/office/drawing/2014/main" id="{15CF7C65-8F4F-C2D4-DA67-08E5574B5002}"/>
              </a:ext>
            </a:extLst>
          </p:cNvPr>
          <p:cNvSpPr txBox="1">
            <a:spLocks/>
          </p:cNvSpPr>
          <p:nvPr/>
        </p:nvSpPr>
        <p:spPr>
          <a:xfrm>
            <a:off x="1206500" y="3969994"/>
            <a:ext cx="21971000" cy="73730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a:lstStyle>
          <a:p>
            <a:pPr marL="0" indent="0" hangingPunct="1">
              <a:buFontTx/>
              <a:buNone/>
            </a:pPr>
            <a:r>
              <a:rPr lang="en-AU" dirty="0"/>
              <a:t>At the end of the workshop, you should understand:</a:t>
            </a:r>
          </a:p>
          <a:p>
            <a:pPr lvl="1" hangingPunct="1"/>
            <a:r>
              <a:rPr lang="en-AU" dirty="0"/>
              <a:t>What elements make a good UI</a:t>
            </a:r>
          </a:p>
          <a:p>
            <a:pPr lvl="1" hangingPunct="1"/>
            <a:r>
              <a:rPr lang="en-AU" dirty="0"/>
              <a:t>What elements contribute to a good UX (Experience)</a:t>
            </a:r>
          </a:p>
          <a:p>
            <a:pPr lvl="1" hangingPunct="1"/>
            <a:r>
              <a:rPr lang="en-AU" dirty="0"/>
              <a:t>How you can incorporate feedback into your UI </a:t>
            </a:r>
          </a:p>
          <a:p>
            <a:pPr marL="335280" indent="-335280" defTabSz="1341086" hangingPunct="1">
              <a:spcBef>
                <a:spcPts val="2400"/>
              </a:spcBef>
              <a:defRPr sz="2640"/>
            </a:pPr>
            <a:endParaRPr lang="en-AU" sz="2640"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a:t>UI Guidelines</a:t>
            </a:r>
            <a:endParaRPr/>
          </a:p>
        </p:txBody>
      </p:sp>
      <p:sp>
        <p:nvSpPr>
          <p:cNvPr id="176" name="15 minutes"/>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177" name="Consider stakeholders (owners, users, maintainers, etc.) and their perspectives towards the posed problem.…"/>
          <p:cNvSpPr txBox="1">
            <a:spLocks noGrp="1"/>
          </p:cNvSpPr>
          <p:nvPr>
            <p:ph type="body" idx="1"/>
          </p:nvPr>
        </p:nvSpPr>
        <p:spPr>
          <a:xfrm>
            <a:off x="1206500" y="3563008"/>
            <a:ext cx="21971000" cy="7731390"/>
          </a:xfrm>
          <a:prstGeom prst="rect">
            <a:avLst/>
          </a:prstGeom>
        </p:spPr>
        <p:txBody>
          <a:bodyPr>
            <a:normAutofit fontScale="92500" lnSpcReduction="20000"/>
          </a:bodyPr>
          <a:lstStyle/>
          <a:p>
            <a:pPr>
              <a:lnSpc>
                <a:spcPct val="120000"/>
              </a:lnSpc>
              <a:spcBef>
                <a:spcPts val="0"/>
              </a:spcBef>
            </a:pPr>
            <a:r>
              <a:rPr lang="en-AU" dirty="0"/>
              <a:t>Easy to explore and easy to use</a:t>
            </a:r>
          </a:p>
          <a:p>
            <a:pPr>
              <a:lnSpc>
                <a:spcPct val="120000"/>
              </a:lnSpc>
              <a:spcBef>
                <a:spcPts val="0"/>
              </a:spcBef>
            </a:pPr>
            <a:r>
              <a:rPr lang="en-AU" dirty="0"/>
              <a:t>User Control and Freedom</a:t>
            </a:r>
          </a:p>
          <a:p>
            <a:pPr>
              <a:lnSpc>
                <a:spcPct val="120000"/>
              </a:lnSpc>
              <a:spcBef>
                <a:spcPts val="0"/>
              </a:spcBef>
            </a:pPr>
            <a:r>
              <a:rPr lang="en-AU" dirty="0"/>
              <a:t>Consistency</a:t>
            </a:r>
          </a:p>
          <a:p>
            <a:pPr>
              <a:lnSpc>
                <a:spcPct val="120000"/>
              </a:lnSpc>
              <a:spcBef>
                <a:spcPts val="0"/>
              </a:spcBef>
            </a:pPr>
            <a:r>
              <a:rPr lang="en-AU" dirty="0"/>
              <a:t>Match between system and the real world</a:t>
            </a:r>
          </a:p>
          <a:p>
            <a:pPr>
              <a:lnSpc>
                <a:spcPct val="120000"/>
              </a:lnSpc>
              <a:spcBef>
                <a:spcPts val="0"/>
              </a:spcBef>
            </a:pPr>
            <a:r>
              <a:rPr lang="en-AU" dirty="0"/>
              <a:t>Feedback</a:t>
            </a:r>
          </a:p>
          <a:p>
            <a:pPr>
              <a:lnSpc>
                <a:spcPct val="120000"/>
              </a:lnSpc>
              <a:spcBef>
                <a:spcPts val="0"/>
              </a:spcBef>
            </a:pPr>
            <a:r>
              <a:rPr lang="en-AU" dirty="0"/>
              <a:t>Aesthetic and minimalist design</a:t>
            </a:r>
          </a:p>
          <a:p>
            <a:pPr>
              <a:lnSpc>
                <a:spcPct val="120000"/>
              </a:lnSpc>
              <a:spcBef>
                <a:spcPts val="0"/>
              </a:spcBef>
            </a:pPr>
            <a:r>
              <a:rPr lang="en-AU" dirty="0"/>
              <a:t>Recognition rather than recall</a:t>
            </a:r>
          </a:p>
          <a:p>
            <a:pPr>
              <a:lnSpc>
                <a:spcPct val="120000"/>
              </a:lnSpc>
              <a:spcBef>
                <a:spcPts val="0"/>
              </a:spcBef>
            </a:pPr>
            <a:r>
              <a:rPr lang="en-AU" dirty="0"/>
              <a:t>Error prevention</a:t>
            </a:r>
          </a:p>
          <a:p>
            <a:pPr>
              <a:lnSpc>
                <a:spcPct val="120000"/>
              </a:lnSpc>
              <a:spcBef>
                <a:spcPts val="0"/>
              </a:spcBef>
            </a:pPr>
            <a:r>
              <a:rPr lang="en-AU" dirty="0"/>
              <a:t>Error diagnosis and recovery </a:t>
            </a:r>
          </a:p>
          <a:p>
            <a:pPr>
              <a:lnSpc>
                <a:spcPct val="120000"/>
              </a:lnSpc>
              <a:spcBef>
                <a:spcPts val="0"/>
              </a:spcBef>
            </a:pPr>
            <a:r>
              <a:rPr lang="en-AU" dirty="0"/>
              <a:t>Help and Documentation</a:t>
            </a:r>
          </a:p>
          <a:p>
            <a:pPr>
              <a:lnSpc>
                <a:spcPct val="120000"/>
              </a:lnSpc>
              <a:spcBef>
                <a:spcPts val="0"/>
              </a:spcBef>
            </a:pPr>
            <a:r>
              <a:rPr lang="en-AU" dirty="0"/>
              <a:t>ACCESSIBILITY! </a:t>
            </a:r>
          </a:p>
        </p:txBody>
      </p:sp>
      <p:graphicFrame>
        <p:nvGraphicFramePr>
          <p:cNvPr id="6" name="Table">
            <a:extLst>
              <a:ext uri="{FF2B5EF4-FFF2-40B4-BE49-F238E27FC236}">
                <a16:creationId xmlns:a16="http://schemas.microsoft.com/office/drawing/2014/main" id="{037BEBB0-3840-02A5-7F10-2C2DE13650C7}"/>
              </a:ext>
            </a:extLst>
          </p:cNvPr>
          <p:cNvGraphicFramePr/>
          <p:nvPr>
            <p:extLst>
              <p:ext uri="{D42A27DB-BD31-4B8C-83A1-F6EECF244321}">
                <p14:modId xmlns:p14="http://schemas.microsoft.com/office/powerpoint/2010/main" val="3866067742"/>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accent1">
                        <a:lumMod val="50000"/>
                      </a:schemeClr>
                    </a:solidFill>
                  </a:tcPr>
                </a:tc>
                <a:tc>
                  <a:txBody>
                    <a:bodyPr/>
                    <a:lstStyle/>
                    <a:p>
                      <a:pPr defTabSz="914400"/>
                      <a:r>
                        <a:rPr lang="en-AU" sz="2500"/>
                        <a:t>UI/UX</a:t>
                      </a:r>
                      <a:endParaRPr sz="2500"/>
                    </a:p>
                  </a:txBody>
                  <a:tcPr marL="50800" marR="50800" marT="50800" marB="50800" anchor="ctr" horzOverflow="overflow">
                    <a:solidFill>
                      <a:schemeClr val="accent1">
                        <a:lumMod val="60000"/>
                        <a:lumOff val="40000"/>
                      </a:schemeClr>
                    </a:solidFill>
                  </a:tcPr>
                </a:tc>
                <a:tc>
                  <a:txBody>
                    <a:bodyPr/>
                    <a:lstStyle/>
                    <a:p>
                      <a:pPr defTabSz="914400"/>
                      <a:r>
                        <a:rPr lang="en-AU" sz="2500"/>
                        <a:t>Group Work</a:t>
                      </a:r>
                      <a:endParaRPr sz="250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60000"/>
                        <a:lumOff val="40000"/>
                      </a:schemeClr>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a:t>UX Considerations/Guidelines</a:t>
            </a:r>
            <a:endParaRPr/>
          </a:p>
        </p:txBody>
      </p:sp>
      <p:sp>
        <p:nvSpPr>
          <p:cNvPr id="176"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177" name="Consider stakeholders (owners, users, maintainers, etc.) and their perspectives towards the posed problem.…"/>
          <p:cNvSpPr txBox="1">
            <a:spLocks noGrp="1"/>
          </p:cNvSpPr>
          <p:nvPr>
            <p:ph type="body" idx="1"/>
          </p:nvPr>
        </p:nvSpPr>
        <p:spPr>
          <a:xfrm>
            <a:off x="1206500" y="3563008"/>
            <a:ext cx="21971000" cy="7731390"/>
          </a:xfrm>
          <a:prstGeom prst="rect">
            <a:avLst/>
          </a:prstGeom>
        </p:spPr>
        <p:txBody>
          <a:bodyPr>
            <a:normAutofit/>
          </a:bodyPr>
          <a:lstStyle/>
          <a:p>
            <a:pPr>
              <a:lnSpc>
                <a:spcPct val="120000"/>
              </a:lnSpc>
              <a:spcBef>
                <a:spcPts val="0"/>
              </a:spcBef>
            </a:pPr>
            <a:r>
              <a:rPr lang="en-AU" dirty="0" err="1"/>
              <a:t>Fitt’s</a:t>
            </a:r>
            <a:r>
              <a:rPr lang="en-AU" dirty="0"/>
              <a:t> Law</a:t>
            </a:r>
          </a:p>
          <a:p>
            <a:pPr>
              <a:lnSpc>
                <a:spcPct val="120000"/>
              </a:lnSpc>
              <a:spcBef>
                <a:spcPts val="0"/>
              </a:spcBef>
            </a:pPr>
            <a:r>
              <a:rPr lang="en-AU" dirty="0"/>
              <a:t>Goal-Gradient Effect</a:t>
            </a:r>
          </a:p>
          <a:p>
            <a:pPr>
              <a:lnSpc>
                <a:spcPct val="120000"/>
              </a:lnSpc>
              <a:spcBef>
                <a:spcPts val="0"/>
              </a:spcBef>
            </a:pPr>
            <a:r>
              <a:rPr lang="en-AU" dirty="0"/>
              <a:t>Hick’s Law</a:t>
            </a:r>
          </a:p>
        </p:txBody>
      </p:sp>
      <p:graphicFrame>
        <p:nvGraphicFramePr>
          <p:cNvPr id="6" name="Table">
            <a:extLst>
              <a:ext uri="{FF2B5EF4-FFF2-40B4-BE49-F238E27FC236}">
                <a16:creationId xmlns:a16="http://schemas.microsoft.com/office/drawing/2014/main" id="{037BEBB0-3840-02A5-7F10-2C2DE13650C7}"/>
              </a:ext>
            </a:extLst>
          </p:cNvPr>
          <p:cNvGraphicFramePr/>
          <p:nvPr>
            <p:extLst>
              <p:ext uri="{D42A27DB-BD31-4B8C-83A1-F6EECF244321}">
                <p14:modId xmlns:p14="http://schemas.microsoft.com/office/powerpoint/2010/main" val="1651710968"/>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bg2"/>
                    </a:solidFill>
                  </a:tcPr>
                </a:tc>
                <a:tc>
                  <a:txBody>
                    <a:bodyPr/>
                    <a:lstStyle/>
                    <a:p>
                      <a:pPr defTabSz="914400"/>
                      <a:r>
                        <a:rPr lang="en-AU" sz="2500"/>
                        <a:t>UI/UX</a:t>
                      </a:r>
                      <a:endParaRPr sz="2500"/>
                    </a:p>
                  </a:txBody>
                  <a:tcPr marL="50800" marR="50800" marT="50800" marB="50800" anchor="ctr" horzOverflow="overflow">
                    <a:solidFill>
                      <a:schemeClr val="accent5"/>
                    </a:solidFill>
                  </a:tcPr>
                </a:tc>
                <a:tc>
                  <a:txBody>
                    <a:bodyPr/>
                    <a:lstStyle/>
                    <a:p>
                      <a:pPr defTabSz="914400"/>
                      <a:r>
                        <a:rPr lang="en-AU" sz="2500"/>
                        <a:t>Group Work</a:t>
                      </a:r>
                      <a:endParaRPr sz="250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bg2"/>
                    </a:solidFill>
                  </a:tcPr>
                </a:tc>
                <a:tc>
                  <a:txBody>
                    <a:bodyPr/>
                    <a:lstStyle/>
                    <a:p>
                      <a:pPr defTabSz="914400"/>
                      <a:r>
                        <a:rPr lang="en-AU" sz="2500"/>
                        <a:t>50</a:t>
                      </a:r>
                      <a:r>
                        <a:rPr sz="2500"/>
                        <a:t> min</a:t>
                      </a:r>
                    </a:p>
                  </a:txBody>
                  <a:tcPr marL="50800" marR="50800" marT="50800" marB="50800" anchor="ctr" horzOverflow="overflow">
                    <a:solidFill>
                      <a:schemeClr val="accent5"/>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a:t>all</a:t>
                      </a:r>
                    </a:p>
                  </a:txBody>
                  <a:tcPr marL="50800" marR="50800" marT="50800" marB="50800" anchor="ctr" horzOverflow="overflow">
                    <a:solidFill>
                      <a:schemeClr val="bg2"/>
                    </a:solidFill>
                  </a:tcPr>
                </a:tc>
                <a:tc>
                  <a:txBody>
                    <a:bodyPr/>
                    <a:lstStyle/>
                    <a:p>
                      <a:pPr defTabSz="914400"/>
                      <a:r>
                        <a:rPr lang="en-AU" sz="2500"/>
                        <a:t>all</a:t>
                      </a:r>
                      <a:endParaRPr sz="2500"/>
                    </a:p>
                  </a:txBody>
                  <a:tcPr marL="50800" marR="50800" marT="50800" marB="50800" anchor="ctr" horzOverflow="overflow">
                    <a:solidFill>
                      <a:schemeClr val="accent5"/>
                    </a:solidFill>
                  </a:tcPr>
                </a:tc>
                <a:tc>
                  <a:txBody>
                    <a:bodyPr/>
                    <a:lstStyle/>
                    <a:p>
                      <a:pPr defTabSz="914400"/>
                      <a:r>
                        <a:rPr sz="250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graphicFrame>
        <p:nvGraphicFramePr>
          <p:cNvPr id="2" name="Table">
            <a:extLst>
              <a:ext uri="{FF2B5EF4-FFF2-40B4-BE49-F238E27FC236}">
                <a16:creationId xmlns:a16="http://schemas.microsoft.com/office/drawing/2014/main" id="{82681537-5516-7420-BD20-2E9BF00A6598}"/>
              </a:ext>
            </a:extLst>
          </p:cNvPr>
          <p:cNvGraphicFramePr/>
          <p:nvPr>
            <p:extLst>
              <p:ext uri="{D42A27DB-BD31-4B8C-83A1-F6EECF244321}">
                <p14:modId xmlns:p14="http://schemas.microsoft.com/office/powerpoint/2010/main" val="1459513791"/>
              </p:ext>
            </p:extLst>
          </p:nvPr>
        </p:nvGraphicFramePr>
        <p:xfrm>
          <a:off x="0" y="11754668"/>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accent1">
                        <a:lumMod val="50000"/>
                      </a:schemeClr>
                    </a:solidFill>
                  </a:tcPr>
                </a:tc>
                <a:tc>
                  <a:txBody>
                    <a:bodyPr/>
                    <a:lstStyle/>
                    <a:p>
                      <a:pPr defTabSz="914400"/>
                      <a:r>
                        <a:rPr lang="en-AU" sz="2500"/>
                        <a:t>UI/UX</a:t>
                      </a:r>
                      <a:endParaRPr sz="2500"/>
                    </a:p>
                  </a:txBody>
                  <a:tcPr marL="50800" marR="50800" marT="50800" marB="50800" anchor="ctr" horzOverflow="overflow">
                    <a:solidFill>
                      <a:schemeClr val="accent1">
                        <a:lumMod val="60000"/>
                        <a:lumOff val="40000"/>
                      </a:schemeClr>
                    </a:solidFill>
                  </a:tcPr>
                </a:tc>
                <a:tc>
                  <a:txBody>
                    <a:bodyPr/>
                    <a:lstStyle/>
                    <a:p>
                      <a:pPr defTabSz="914400"/>
                      <a:r>
                        <a:rPr lang="en-AU" sz="2500"/>
                        <a:t>Group Work</a:t>
                      </a:r>
                      <a:endParaRPr sz="250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60000"/>
                        <a:lumOff val="40000"/>
                      </a:schemeClr>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4718848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D2C5-A232-A407-605C-F6344DEC15C3}"/>
              </a:ext>
            </a:extLst>
          </p:cNvPr>
          <p:cNvSpPr>
            <a:spLocks noGrp="1"/>
          </p:cNvSpPr>
          <p:nvPr>
            <p:ph type="title"/>
          </p:nvPr>
        </p:nvSpPr>
        <p:spPr/>
        <p:txBody>
          <a:bodyPr/>
          <a:lstStyle/>
          <a:p>
            <a:endParaRPr lang="en-AU"/>
          </a:p>
        </p:txBody>
      </p:sp>
      <p:sp>
        <p:nvSpPr>
          <p:cNvPr id="3" name="Text Placeholder 2">
            <a:extLst>
              <a:ext uri="{FF2B5EF4-FFF2-40B4-BE49-F238E27FC236}">
                <a16:creationId xmlns:a16="http://schemas.microsoft.com/office/drawing/2014/main" id="{316C29A4-E0C5-1F89-0E71-9D0BC984D2A7}"/>
              </a:ext>
            </a:extLst>
          </p:cNvPr>
          <p:cNvSpPr>
            <a:spLocks noGrp="1"/>
          </p:cNvSpPr>
          <p:nvPr>
            <p:ph type="body" sz="quarter" idx="21"/>
          </p:nvPr>
        </p:nvSpPr>
        <p:spPr/>
        <p:txBody>
          <a:bodyPr/>
          <a:lstStyle/>
          <a:p>
            <a:endParaRPr lang="en-AU"/>
          </a:p>
        </p:txBody>
      </p:sp>
      <p:sp>
        <p:nvSpPr>
          <p:cNvPr id="4" name="Text Placeholder 3">
            <a:extLst>
              <a:ext uri="{FF2B5EF4-FFF2-40B4-BE49-F238E27FC236}">
                <a16:creationId xmlns:a16="http://schemas.microsoft.com/office/drawing/2014/main" id="{CC72DF26-FDA8-1949-465D-48FD4663DBCB}"/>
              </a:ext>
            </a:extLst>
          </p:cNvPr>
          <p:cNvSpPr>
            <a:spLocks noGrp="1"/>
          </p:cNvSpPr>
          <p:nvPr>
            <p:ph type="body" idx="1"/>
          </p:nvPr>
        </p:nvSpPr>
        <p:spPr>
          <a:xfrm>
            <a:off x="-9343930" y="-1795778"/>
            <a:ext cx="41361084" cy="17093168"/>
          </a:xfrm>
        </p:spPr>
        <p:txBody>
          <a:bodyPr/>
          <a:lstStyle/>
          <a:p>
            <a:endParaRPr lang="en-AU" dirty="0"/>
          </a:p>
        </p:txBody>
      </p:sp>
      <p:pic>
        <p:nvPicPr>
          <p:cNvPr id="1026" name="Picture 2" descr="Fitts' Law: Another aspect in web design | by Muhammad Anser | Level Up  Coding">
            <a:extLst>
              <a:ext uri="{FF2B5EF4-FFF2-40B4-BE49-F238E27FC236}">
                <a16:creationId xmlns:a16="http://schemas.microsoft.com/office/drawing/2014/main" id="{CC29F6F2-5E27-69DA-2364-C827AAC481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372962"/>
            <a:ext cx="24384000" cy="853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496950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9595-928C-619A-021B-B8865549CA70}"/>
              </a:ext>
            </a:extLst>
          </p:cNvPr>
          <p:cNvSpPr>
            <a:spLocks noGrp="1"/>
          </p:cNvSpPr>
          <p:nvPr>
            <p:ph type="title"/>
          </p:nvPr>
        </p:nvSpPr>
        <p:spPr>
          <a:xfrm>
            <a:off x="1206500" y="1407189"/>
            <a:ext cx="21971000" cy="1433163"/>
          </a:xfrm>
        </p:spPr>
        <p:txBody>
          <a:bodyPr/>
          <a:lstStyle/>
          <a:p>
            <a:r>
              <a:rPr lang="en-AU" dirty="0"/>
              <a:t>Goal Gradient Effect</a:t>
            </a:r>
          </a:p>
        </p:txBody>
      </p:sp>
      <p:pic>
        <p:nvPicPr>
          <p:cNvPr id="2052" name="Picture 4" descr="Goal Gradient Effect: 'We zijn er bijna!' – Behaviourclub">
            <a:extLst>
              <a:ext uri="{FF2B5EF4-FFF2-40B4-BE49-F238E27FC236}">
                <a16:creationId xmlns:a16="http://schemas.microsoft.com/office/drawing/2014/main" id="{6DB01C63-8B21-D792-4FB4-0A35767A6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74679"/>
            <a:ext cx="24384000" cy="907914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A455BD8-B2A5-2682-22A2-37C0EB2CC10E}"/>
                  </a:ext>
                </a:extLst>
              </p14:cNvPr>
              <p14:cNvContentPartPr/>
              <p14:nvPr/>
            </p14:nvContentPartPr>
            <p14:xfrm>
              <a:off x="19010013" y="5496693"/>
              <a:ext cx="4060800" cy="2617560"/>
            </p14:xfrm>
          </p:contentPart>
        </mc:Choice>
        <mc:Fallback xmlns="">
          <p:pic>
            <p:nvPicPr>
              <p:cNvPr id="5" name="Ink 4">
                <a:extLst>
                  <a:ext uri="{FF2B5EF4-FFF2-40B4-BE49-F238E27FC236}">
                    <a16:creationId xmlns:a16="http://schemas.microsoft.com/office/drawing/2014/main" id="{CA455BD8-B2A5-2682-22A2-37C0EB2CC10E}"/>
                  </a:ext>
                </a:extLst>
              </p:cNvPr>
              <p:cNvPicPr/>
              <p:nvPr/>
            </p:nvPicPr>
            <p:blipFill>
              <a:blip r:embed="rId5"/>
              <a:stretch>
                <a:fillRect/>
              </a:stretch>
            </p:blipFill>
            <p:spPr>
              <a:xfrm>
                <a:off x="18974373" y="5461053"/>
                <a:ext cx="4132440" cy="2689200"/>
              </a:xfrm>
              <a:prstGeom prst="rect">
                <a:avLst/>
              </a:prstGeom>
            </p:spPr>
          </p:pic>
        </mc:Fallback>
      </mc:AlternateContent>
      <p:grpSp>
        <p:nvGrpSpPr>
          <p:cNvPr id="17" name="Group 16">
            <a:extLst>
              <a:ext uri="{FF2B5EF4-FFF2-40B4-BE49-F238E27FC236}">
                <a16:creationId xmlns:a16="http://schemas.microsoft.com/office/drawing/2014/main" id="{4587D982-5AE9-8F1F-0C5E-92EF35839B76}"/>
              </a:ext>
            </a:extLst>
          </p:cNvPr>
          <p:cNvGrpSpPr/>
          <p:nvPr/>
        </p:nvGrpSpPr>
        <p:grpSpPr>
          <a:xfrm>
            <a:off x="19336893" y="4607493"/>
            <a:ext cx="602640" cy="1014120"/>
            <a:chOff x="19336893" y="4607493"/>
            <a:chExt cx="602640" cy="101412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8BC9CC40-CFBF-19B6-5E3F-4C4C24B5D62A}"/>
                    </a:ext>
                  </a:extLst>
                </p14:cNvPr>
                <p14:cNvContentPartPr/>
                <p14:nvPr/>
              </p14:nvContentPartPr>
              <p14:xfrm>
                <a:off x="19411773" y="4674813"/>
                <a:ext cx="25560" cy="555480"/>
              </p14:xfrm>
            </p:contentPart>
          </mc:Choice>
          <mc:Fallback xmlns="">
            <p:pic>
              <p:nvPicPr>
                <p:cNvPr id="10" name="Ink 9">
                  <a:extLst>
                    <a:ext uri="{FF2B5EF4-FFF2-40B4-BE49-F238E27FC236}">
                      <a16:creationId xmlns:a16="http://schemas.microsoft.com/office/drawing/2014/main" id="{8BC9CC40-CFBF-19B6-5E3F-4C4C24B5D62A}"/>
                    </a:ext>
                  </a:extLst>
                </p:cNvPr>
                <p:cNvPicPr/>
                <p:nvPr/>
              </p:nvPicPr>
              <p:blipFill>
                <a:blip r:embed="rId7"/>
                <a:stretch>
                  <a:fillRect/>
                </a:stretch>
              </p:blipFill>
              <p:spPr>
                <a:xfrm>
                  <a:off x="19375773" y="4639173"/>
                  <a:ext cx="97200" cy="627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04CB40D3-7EC9-6B69-BF4B-60C7366581E3}"/>
                    </a:ext>
                  </a:extLst>
                </p14:cNvPr>
                <p14:cNvContentPartPr/>
                <p14:nvPr/>
              </p14:nvContentPartPr>
              <p14:xfrm>
                <a:off x="19336893" y="5475813"/>
                <a:ext cx="45720" cy="93240"/>
              </p14:xfrm>
            </p:contentPart>
          </mc:Choice>
          <mc:Fallback xmlns="">
            <p:pic>
              <p:nvPicPr>
                <p:cNvPr id="11" name="Ink 10">
                  <a:extLst>
                    <a:ext uri="{FF2B5EF4-FFF2-40B4-BE49-F238E27FC236}">
                      <a16:creationId xmlns:a16="http://schemas.microsoft.com/office/drawing/2014/main" id="{04CB40D3-7EC9-6B69-BF4B-60C7366581E3}"/>
                    </a:ext>
                  </a:extLst>
                </p:cNvPr>
                <p:cNvPicPr/>
                <p:nvPr/>
              </p:nvPicPr>
              <p:blipFill>
                <a:blip r:embed="rId9"/>
                <a:stretch>
                  <a:fillRect/>
                </a:stretch>
              </p:blipFill>
              <p:spPr>
                <a:xfrm>
                  <a:off x="19300893" y="5440173"/>
                  <a:ext cx="11736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098D97DA-1DB9-A797-A389-FD23C217AFB9}"/>
                    </a:ext>
                  </a:extLst>
                </p14:cNvPr>
                <p14:cNvContentPartPr/>
                <p14:nvPr/>
              </p14:nvContentPartPr>
              <p14:xfrm>
                <a:off x="19645053" y="4694253"/>
                <a:ext cx="25200" cy="550800"/>
              </p14:xfrm>
            </p:contentPart>
          </mc:Choice>
          <mc:Fallback xmlns="">
            <p:pic>
              <p:nvPicPr>
                <p:cNvPr id="12" name="Ink 11">
                  <a:extLst>
                    <a:ext uri="{FF2B5EF4-FFF2-40B4-BE49-F238E27FC236}">
                      <a16:creationId xmlns:a16="http://schemas.microsoft.com/office/drawing/2014/main" id="{098D97DA-1DB9-A797-A389-FD23C217AFB9}"/>
                    </a:ext>
                  </a:extLst>
                </p:cNvPr>
                <p:cNvPicPr/>
                <p:nvPr/>
              </p:nvPicPr>
              <p:blipFill>
                <a:blip r:embed="rId11"/>
                <a:stretch>
                  <a:fillRect/>
                </a:stretch>
              </p:blipFill>
              <p:spPr>
                <a:xfrm>
                  <a:off x="19609413" y="4658613"/>
                  <a:ext cx="96840" cy="622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79AA1873-625C-A621-FF23-357DDDCF2CB0}"/>
                    </a:ext>
                  </a:extLst>
                </p14:cNvPr>
                <p14:cNvContentPartPr/>
                <p14:nvPr/>
              </p14:nvContentPartPr>
              <p14:xfrm>
                <a:off x="19657653" y="5524053"/>
                <a:ext cx="26280" cy="91080"/>
              </p14:xfrm>
            </p:contentPart>
          </mc:Choice>
          <mc:Fallback xmlns="">
            <p:pic>
              <p:nvPicPr>
                <p:cNvPr id="13" name="Ink 12">
                  <a:extLst>
                    <a:ext uri="{FF2B5EF4-FFF2-40B4-BE49-F238E27FC236}">
                      <a16:creationId xmlns:a16="http://schemas.microsoft.com/office/drawing/2014/main" id="{79AA1873-625C-A621-FF23-357DDDCF2CB0}"/>
                    </a:ext>
                  </a:extLst>
                </p:cNvPr>
                <p:cNvPicPr/>
                <p:nvPr/>
              </p:nvPicPr>
              <p:blipFill>
                <a:blip r:embed="rId13"/>
                <a:stretch>
                  <a:fillRect/>
                </a:stretch>
              </p:blipFill>
              <p:spPr>
                <a:xfrm>
                  <a:off x="19622013" y="5488053"/>
                  <a:ext cx="979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26DFE525-25EC-1F9E-C8B7-9D09F8D5BA38}"/>
                    </a:ext>
                  </a:extLst>
                </p14:cNvPr>
                <p14:cNvContentPartPr/>
                <p14:nvPr/>
              </p14:nvContentPartPr>
              <p14:xfrm>
                <a:off x="19895613" y="4607493"/>
                <a:ext cx="31320" cy="610200"/>
              </p14:xfrm>
            </p:contentPart>
          </mc:Choice>
          <mc:Fallback xmlns="">
            <p:pic>
              <p:nvPicPr>
                <p:cNvPr id="14" name="Ink 13">
                  <a:extLst>
                    <a:ext uri="{FF2B5EF4-FFF2-40B4-BE49-F238E27FC236}">
                      <a16:creationId xmlns:a16="http://schemas.microsoft.com/office/drawing/2014/main" id="{26DFE525-25EC-1F9E-C8B7-9D09F8D5BA38}"/>
                    </a:ext>
                  </a:extLst>
                </p:cNvPr>
                <p:cNvPicPr/>
                <p:nvPr/>
              </p:nvPicPr>
              <p:blipFill>
                <a:blip r:embed="rId15"/>
                <a:stretch>
                  <a:fillRect/>
                </a:stretch>
              </p:blipFill>
              <p:spPr>
                <a:xfrm>
                  <a:off x="19859613" y="4571853"/>
                  <a:ext cx="102960" cy="681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2E0DA656-441C-3F5A-3231-58BE4CD75C97}"/>
                    </a:ext>
                  </a:extLst>
                </p14:cNvPr>
                <p14:cNvContentPartPr/>
                <p14:nvPr/>
              </p14:nvContentPartPr>
              <p14:xfrm>
                <a:off x="19912893" y="5570493"/>
                <a:ext cx="26640" cy="51120"/>
              </p14:xfrm>
            </p:contentPart>
          </mc:Choice>
          <mc:Fallback xmlns="">
            <p:pic>
              <p:nvPicPr>
                <p:cNvPr id="15" name="Ink 14">
                  <a:extLst>
                    <a:ext uri="{FF2B5EF4-FFF2-40B4-BE49-F238E27FC236}">
                      <a16:creationId xmlns:a16="http://schemas.microsoft.com/office/drawing/2014/main" id="{2E0DA656-441C-3F5A-3231-58BE4CD75C97}"/>
                    </a:ext>
                  </a:extLst>
                </p:cNvPr>
                <p:cNvPicPr/>
                <p:nvPr/>
              </p:nvPicPr>
              <p:blipFill>
                <a:blip r:embed="rId17"/>
                <a:stretch>
                  <a:fillRect/>
                </a:stretch>
              </p:blipFill>
              <p:spPr>
                <a:xfrm>
                  <a:off x="19877253" y="5534853"/>
                  <a:ext cx="982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366D6C08-262E-2108-56FA-58C5F47AB688}"/>
                    </a:ext>
                  </a:extLst>
                </p14:cNvPr>
                <p14:cNvContentPartPr/>
                <p14:nvPr/>
              </p14:nvContentPartPr>
              <p14:xfrm>
                <a:off x="19883013" y="5511093"/>
                <a:ext cx="53640" cy="84960"/>
              </p14:xfrm>
            </p:contentPart>
          </mc:Choice>
          <mc:Fallback xmlns="">
            <p:pic>
              <p:nvPicPr>
                <p:cNvPr id="16" name="Ink 15">
                  <a:extLst>
                    <a:ext uri="{FF2B5EF4-FFF2-40B4-BE49-F238E27FC236}">
                      <a16:creationId xmlns:a16="http://schemas.microsoft.com/office/drawing/2014/main" id="{366D6C08-262E-2108-56FA-58C5F47AB688}"/>
                    </a:ext>
                  </a:extLst>
                </p:cNvPr>
                <p:cNvPicPr/>
                <p:nvPr/>
              </p:nvPicPr>
              <p:blipFill>
                <a:blip r:embed="rId19"/>
                <a:stretch>
                  <a:fillRect/>
                </a:stretch>
              </p:blipFill>
              <p:spPr>
                <a:xfrm>
                  <a:off x="19847013" y="5475453"/>
                  <a:ext cx="125280" cy="156600"/>
                </a:xfrm>
                <a:prstGeom prst="rect">
                  <a:avLst/>
                </a:prstGeom>
              </p:spPr>
            </p:pic>
          </mc:Fallback>
        </mc:AlternateContent>
      </p:grpSp>
    </p:spTree>
    <p:extLst>
      <p:ext uri="{BB962C8B-B14F-4D97-AF65-F5344CB8AC3E}">
        <p14:creationId xmlns:p14="http://schemas.microsoft.com/office/powerpoint/2010/main" val="232960585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3C4CE-EBCD-2F17-57F8-BD5361D36CEE}"/>
              </a:ext>
            </a:extLst>
          </p:cNvPr>
          <p:cNvSpPr>
            <a:spLocks noGrp="1"/>
          </p:cNvSpPr>
          <p:nvPr>
            <p:ph type="title"/>
          </p:nvPr>
        </p:nvSpPr>
        <p:spPr/>
        <p:txBody>
          <a:bodyPr/>
          <a:lstStyle/>
          <a:p>
            <a:r>
              <a:rPr lang="en-AU" dirty="0"/>
              <a:t>Hick’s Law</a:t>
            </a:r>
          </a:p>
        </p:txBody>
      </p:sp>
      <p:pic>
        <p:nvPicPr>
          <p:cNvPr id="3076" name="Picture 4" descr="Hick's Law – Decision Making Simplified - Lunatix">
            <a:extLst>
              <a:ext uri="{FF2B5EF4-FFF2-40B4-BE49-F238E27FC236}">
                <a16:creationId xmlns:a16="http://schemas.microsoft.com/office/drawing/2014/main" id="{870F2C90-74F3-714F-EFA2-2F0D608BA7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60442"/>
            <a:ext cx="24396035" cy="9362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42167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a:t>Design Patterns</a:t>
            </a:r>
            <a:endParaRPr/>
          </a:p>
        </p:txBody>
      </p:sp>
      <p:sp>
        <p:nvSpPr>
          <p:cNvPr id="176" name="15 minutes"/>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177" name="Consider stakeholders (owners, users, maintainers, etc.) and their perspectives towards the posed problem.…"/>
          <p:cNvSpPr txBox="1">
            <a:spLocks noGrp="1"/>
          </p:cNvSpPr>
          <p:nvPr>
            <p:ph type="body" idx="1"/>
          </p:nvPr>
        </p:nvSpPr>
        <p:spPr>
          <a:xfrm>
            <a:off x="1206500" y="3563008"/>
            <a:ext cx="21971000" cy="7731390"/>
          </a:xfrm>
          <a:prstGeom prst="rect">
            <a:avLst/>
          </a:prstGeom>
        </p:spPr>
        <p:txBody>
          <a:bodyPr>
            <a:normAutofit/>
          </a:bodyPr>
          <a:lstStyle/>
          <a:p>
            <a:pPr>
              <a:lnSpc>
                <a:spcPct val="120000"/>
              </a:lnSpc>
              <a:spcBef>
                <a:spcPts val="0"/>
              </a:spcBef>
            </a:pPr>
            <a:r>
              <a:rPr lang="en-AU"/>
              <a:t>Some common patterns</a:t>
            </a:r>
          </a:p>
          <a:p>
            <a:pPr lvl="1">
              <a:lnSpc>
                <a:spcPct val="120000"/>
              </a:lnSpc>
              <a:spcBef>
                <a:spcPts val="0"/>
              </a:spcBef>
            </a:pPr>
            <a:r>
              <a:rPr lang="en-AU"/>
              <a:t>Breadcrumbs</a:t>
            </a:r>
          </a:p>
          <a:p>
            <a:pPr lvl="1">
              <a:lnSpc>
                <a:spcPct val="120000"/>
              </a:lnSpc>
              <a:spcBef>
                <a:spcPts val="0"/>
              </a:spcBef>
            </a:pPr>
            <a:r>
              <a:rPr lang="en-AU"/>
              <a:t>Calendar Picker</a:t>
            </a:r>
          </a:p>
          <a:p>
            <a:pPr lvl="1">
              <a:lnSpc>
                <a:spcPct val="120000"/>
              </a:lnSpc>
              <a:spcBef>
                <a:spcPts val="0"/>
              </a:spcBef>
            </a:pPr>
            <a:r>
              <a:rPr lang="en-AU"/>
              <a:t>Any dark patterns!? (trick questions, hidden costs, forced continuity, etc)</a:t>
            </a:r>
          </a:p>
        </p:txBody>
      </p:sp>
      <p:graphicFrame>
        <p:nvGraphicFramePr>
          <p:cNvPr id="6" name="Table">
            <a:extLst>
              <a:ext uri="{FF2B5EF4-FFF2-40B4-BE49-F238E27FC236}">
                <a16:creationId xmlns:a16="http://schemas.microsoft.com/office/drawing/2014/main" id="{037BEBB0-3840-02A5-7F10-2C2DE13650C7}"/>
              </a:ext>
            </a:extLst>
          </p:cNvPr>
          <p:cNvGraphicFramePr/>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bg2"/>
                    </a:solidFill>
                  </a:tcPr>
                </a:tc>
                <a:tc>
                  <a:txBody>
                    <a:bodyPr/>
                    <a:lstStyle/>
                    <a:p>
                      <a:pPr defTabSz="914400"/>
                      <a:r>
                        <a:rPr lang="en-AU" sz="2500"/>
                        <a:t>UI/UX</a:t>
                      </a:r>
                      <a:endParaRPr sz="2500"/>
                    </a:p>
                  </a:txBody>
                  <a:tcPr marL="50800" marR="50800" marT="50800" marB="50800" anchor="ctr" horzOverflow="overflow">
                    <a:solidFill>
                      <a:schemeClr val="accent5"/>
                    </a:solidFill>
                  </a:tcPr>
                </a:tc>
                <a:tc>
                  <a:txBody>
                    <a:bodyPr/>
                    <a:lstStyle/>
                    <a:p>
                      <a:pPr defTabSz="914400"/>
                      <a:r>
                        <a:rPr lang="en-AU" sz="2500"/>
                        <a:t>Group Work</a:t>
                      </a:r>
                      <a:endParaRPr sz="2500"/>
                    </a:p>
                  </a:txBody>
                  <a:tcPr marL="50800" marR="50800" marT="50800" marB="50800" anchor="ctr" horzOverflow="overflow">
                    <a:solidFill>
                      <a:schemeClr val="accent4">
                        <a:hueOff val="348544"/>
                        <a:lumOff val="7139"/>
                      </a:schemeClr>
                    </a:solidFill>
                  </a:tcPr>
                </a:tc>
                <a:tc>
                  <a:txBody>
                    <a:bodyPr/>
                    <a:lstStyle/>
                    <a:p>
                      <a:pPr defTabSz="914400"/>
                      <a:r>
                        <a:rPr sz="2500"/>
                        <a:t>Wrap-up</a:t>
                      </a:r>
                    </a:p>
                  </a:txBody>
                  <a:tcPr marL="50800" marR="50800" marT="50800" marB="50800" anchor="ctr" horzOverflow="overflow">
                    <a:solidFill>
                      <a:schemeClr val="accent4">
                        <a:hueOff val="348544"/>
                        <a:lumOff val="7139"/>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bg2"/>
                    </a:solidFill>
                  </a:tcPr>
                </a:tc>
                <a:tc>
                  <a:txBody>
                    <a:bodyPr/>
                    <a:lstStyle/>
                    <a:p>
                      <a:pPr defTabSz="914400"/>
                      <a:r>
                        <a:rPr lang="en-AU" sz="2500"/>
                        <a:t>50</a:t>
                      </a:r>
                      <a:r>
                        <a:rPr sz="2500"/>
                        <a:t> min</a:t>
                      </a:r>
                    </a:p>
                  </a:txBody>
                  <a:tcPr marL="50800" marR="50800" marT="50800" marB="50800" anchor="ctr" horzOverflow="overflow">
                    <a:solidFill>
                      <a:schemeClr val="accent5"/>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a:t>all</a:t>
                      </a:r>
                    </a:p>
                  </a:txBody>
                  <a:tcPr marL="50800" marR="50800" marT="50800" marB="50800" anchor="ctr" horzOverflow="overflow">
                    <a:solidFill>
                      <a:schemeClr val="bg2"/>
                    </a:solidFill>
                  </a:tcPr>
                </a:tc>
                <a:tc>
                  <a:txBody>
                    <a:bodyPr/>
                    <a:lstStyle/>
                    <a:p>
                      <a:pPr defTabSz="914400"/>
                      <a:r>
                        <a:rPr lang="en-AU" sz="2500"/>
                        <a:t>all</a:t>
                      </a:r>
                      <a:endParaRPr sz="2500"/>
                    </a:p>
                  </a:txBody>
                  <a:tcPr marL="50800" marR="50800" marT="50800" marB="50800" anchor="ctr" horzOverflow="overflow">
                    <a:solidFill>
                      <a:schemeClr val="accent5"/>
                    </a:solidFill>
                  </a:tcPr>
                </a:tc>
                <a:tc>
                  <a:txBody>
                    <a:bodyPr/>
                    <a:lstStyle/>
                    <a:p>
                      <a:pPr defTabSz="914400"/>
                      <a:r>
                        <a:rPr sz="2500"/>
                        <a:t>group</a:t>
                      </a:r>
                    </a:p>
                  </a:txBody>
                  <a:tcPr marL="50800" marR="50800" marT="50800" marB="50800" anchor="ctr" horzOverflow="overflow">
                    <a:solidFill>
                      <a:srgbClr val="F2F2F2"/>
                    </a:solidFill>
                  </a:tcPr>
                </a:tc>
                <a:tc>
                  <a:txBody>
                    <a:bodyPr/>
                    <a:lstStyle/>
                    <a:p>
                      <a:pPr defTabSz="914400"/>
                      <a:r>
                        <a:rPr sz="250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graphicFrame>
        <p:nvGraphicFramePr>
          <p:cNvPr id="2" name="Table">
            <a:extLst>
              <a:ext uri="{FF2B5EF4-FFF2-40B4-BE49-F238E27FC236}">
                <a16:creationId xmlns:a16="http://schemas.microsoft.com/office/drawing/2014/main" id="{7E8D01BC-014B-4532-7929-F91B063F99A7}"/>
              </a:ext>
            </a:extLst>
          </p:cNvPr>
          <p:cNvGraphicFramePr/>
          <p:nvPr>
            <p:extLst>
              <p:ext uri="{D42A27DB-BD31-4B8C-83A1-F6EECF244321}">
                <p14:modId xmlns:p14="http://schemas.microsoft.com/office/powerpoint/2010/main" val="428440156"/>
              </p:ext>
            </p:extLst>
          </p:nvPr>
        </p:nvGraphicFramePr>
        <p:xfrm>
          <a:off x="0" y="11754668"/>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accent1">
                        <a:lumMod val="50000"/>
                      </a:schemeClr>
                    </a:solidFill>
                  </a:tcPr>
                </a:tc>
                <a:tc>
                  <a:txBody>
                    <a:bodyPr/>
                    <a:lstStyle/>
                    <a:p>
                      <a:pPr defTabSz="914400"/>
                      <a:r>
                        <a:rPr lang="en-AU" sz="2500"/>
                        <a:t>UI/UX</a:t>
                      </a:r>
                      <a:endParaRPr sz="2500"/>
                    </a:p>
                  </a:txBody>
                  <a:tcPr marL="50800" marR="50800" marT="50800" marB="50800" anchor="ctr" horzOverflow="overflow">
                    <a:solidFill>
                      <a:schemeClr val="accent1">
                        <a:lumMod val="60000"/>
                        <a:lumOff val="40000"/>
                      </a:schemeClr>
                    </a:solidFill>
                  </a:tcPr>
                </a:tc>
                <a:tc>
                  <a:txBody>
                    <a:bodyPr/>
                    <a:lstStyle/>
                    <a:p>
                      <a:pPr defTabSz="914400"/>
                      <a:r>
                        <a:rPr lang="en-AU" sz="2500"/>
                        <a:t>Group Work</a:t>
                      </a:r>
                      <a:endParaRPr sz="250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60000"/>
                        <a:lumOff val="40000"/>
                      </a:schemeClr>
                    </a:solidFill>
                  </a:tcPr>
                </a:tc>
                <a:tc>
                  <a:txBody>
                    <a:bodyPr/>
                    <a:lstStyle/>
                    <a:p>
                      <a:pPr defTabSz="914400"/>
                      <a:r>
                        <a:rPr lang="en-AU" sz="2500"/>
                        <a:t>50</a:t>
                      </a:r>
                      <a:r>
                        <a:rPr sz="250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6758607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9649F-B32D-28BC-097F-04964CF50AD3}"/>
              </a:ext>
            </a:extLst>
          </p:cNvPr>
          <p:cNvSpPr>
            <a:spLocks noGrp="1"/>
          </p:cNvSpPr>
          <p:nvPr>
            <p:ph type="title"/>
          </p:nvPr>
        </p:nvSpPr>
        <p:spPr/>
        <p:txBody>
          <a:bodyPr/>
          <a:lstStyle/>
          <a:p>
            <a:r>
              <a:rPr lang="en-AU" dirty="0"/>
              <a:t>Breadcrumbs</a:t>
            </a:r>
          </a:p>
        </p:txBody>
      </p:sp>
      <p:sp>
        <p:nvSpPr>
          <p:cNvPr id="3" name="Text Placeholder 2">
            <a:extLst>
              <a:ext uri="{FF2B5EF4-FFF2-40B4-BE49-F238E27FC236}">
                <a16:creationId xmlns:a16="http://schemas.microsoft.com/office/drawing/2014/main" id="{45D8147E-187D-D77B-D0A8-17D044527C20}"/>
              </a:ext>
            </a:extLst>
          </p:cNvPr>
          <p:cNvSpPr>
            <a:spLocks noGrp="1"/>
          </p:cNvSpPr>
          <p:nvPr>
            <p:ph type="body" sz="quarter" idx="21"/>
          </p:nvPr>
        </p:nvSpPr>
        <p:spPr/>
        <p:txBody>
          <a:bodyPr/>
          <a:lstStyle/>
          <a:p>
            <a:endParaRPr lang="en-AU"/>
          </a:p>
        </p:txBody>
      </p:sp>
      <p:pic>
        <p:nvPicPr>
          <p:cNvPr id="6" name="Picture 5">
            <a:extLst>
              <a:ext uri="{FF2B5EF4-FFF2-40B4-BE49-F238E27FC236}">
                <a16:creationId xmlns:a16="http://schemas.microsoft.com/office/drawing/2014/main" id="{BA238803-5342-D409-3CF8-EB5042E8D1F3}"/>
              </a:ext>
            </a:extLst>
          </p:cNvPr>
          <p:cNvPicPr>
            <a:picLocks noChangeAspect="1"/>
          </p:cNvPicPr>
          <p:nvPr/>
        </p:nvPicPr>
        <p:blipFill>
          <a:blip r:embed="rId2"/>
          <a:stretch>
            <a:fillRect/>
          </a:stretch>
        </p:blipFill>
        <p:spPr>
          <a:xfrm>
            <a:off x="4746221" y="4248504"/>
            <a:ext cx="14592300" cy="805815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59A7BA01-7584-45F5-5073-D7AF2B56FFAE}"/>
                  </a:ext>
                </a:extLst>
              </p14:cNvPr>
              <p14:cNvContentPartPr/>
              <p14:nvPr/>
            </p14:nvContentPartPr>
            <p14:xfrm>
              <a:off x="6410189" y="5968829"/>
              <a:ext cx="6263280" cy="574920"/>
            </p14:xfrm>
          </p:contentPart>
        </mc:Choice>
        <mc:Fallback xmlns="">
          <p:pic>
            <p:nvPicPr>
              <p:cNvPr id="5" name="Ink 4">
                <a:extLst>
                  <a:ext uri="{FF2B5EF4-FFF2-40B4-BE49-F238E27FC236}">
                    <a16:creationId xmlns:a16="http://schemas.microsoft.com/office/drawing/2014/main" id="{59A7BA01-7584-45F5-5073-D7AF2B56FFAE}"/>
                  </a:ext>
                </a:extLst>
              </p:cNvPr>
              <p:cNvPicPr/>
              <p:nvPr/>
            </p:nvPicPr>
            <p:blipFill>
              <a:blip r:embed="rId4"/>
              <a:stretch>
                <a:fillRect/>
              </a:stretch>
            </p:blipFill>
            <p:spPr>
              <a:xfrm>
                <a:off x="6374549" y="5932829"/>
                <a:ext cx="6334920" cy="646560"/>
              </a:xfrm>
              <a:prstGeom prst="rect">
                <a:avLst/>
              </a:prstGeom>
            </p:spPr>
          </p:pic>
        </mc:Fallback>
      </mc:AlternateContent>
    </p:spTree>
    <p:extLst>
      <p:ext uri="{BB962C8B-B14F-4D97-AF65-F5344CB8AC3E}">
        <p14:creationId xmlns:p14="http://schemas.microsoft.com/office/powerpoint/2010/main" val="91056920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a:t>UI/UX</a:t>
            </a:r>
            <a:endParaRPr/>
          </a:p>
        </p:txBody>
      </p:sp>
      <p:sp>
        <p:nvSpPr>
          <p:cNvPr id="176"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177" name="Consider stakeholders (owners, users, maintainers, etc.) and their perspectives towards the posed problem.…"/>
          <p:cNvSpPr txBox="1">
            <a:spLocks noGrp="1"/>
          </p:cNvSpPr>
          <p:nvPr>
            <p:ph type="body" idx="1"/>
          </p:nvPr>
        </p:nvSpPr>
        <p:spPr>
          <a:xfrm>
            <a:off x="1206500" y="3994504"/>
            <a:ext cx="21971000" cy="8641996"/>
          </a:xfrm>
          <a:prstGeom prst="rect">
            <a:avLst/>
          </a:prstGeom>
        </p:spPr>
        <p:txBody>
          <a:bodyPr>
            <a:normAutofit fontScale="92500" lnSpcReduction="10000"/>
          </a:bodyPr>
          <a:lstStyle/>
          <a:p>
            <a:r>
              <a:rPr lang="en-US" dirty="0"/>
              <a:t>Now let’s consider three financial platforms (you can choose any three that you like!)</a:t>
            </a:r>
          </a:p>
          <a:p>
            <a:r>
              <a:rPr lang="en-US" dirty="0"/>
              <a:t>First of all – what is the goal of each interface and what is the context of use?</a:t>
            </a:r>
          </a:p>
          <a:p>
            <a:r>
              <a:rPr lang="en-US" dirty="0"/>
              <a:t>Based on the goals and context of use: </a:t>
            </a:r>
          </a:p>
          <a:p>
            <a:pPr lvl="1"/>
            <a:r>
              <a:rPr lang="en-US" dirty="0"/>
              <a:t>For each interface, take some screenshots and </a:t>
            </a:r>
            <a:r>
              <a:rPr lang="en-US" dirty="0" err="1"/>
              <a:t>analyse</a:t>
            </a:r>
            <a:r>
              <a:rPr lang="en-US" dirty="0"/>
              <a:t> to find:</a:t>
            </a:r>
          </a:p>
          <a:p>
            <a:pPr lvl="2"/>
            <a:r>
              <a:rPr lang="en-US" dirty="0"/>
              <a:t>An example of a positive and negative of each of the UI guidelines</a:t>
            </a:r>
          </a:p>
          <a:p>
            <a:pPr lvl="2"/>
            <a:r>
              <a:rPr lang="en-US" dirty="0"/>
              <a:t>An example of a positive and negative UX Consideration</a:t>
            </a:r>
          </a:p>
          <a:p>
            <a:pPr lvl="2"/>
            <a:r>
              <a:rPr lang="en-US" dirty="0"/>
              <a:t>An example of one positive and one negative design pattern</a:t>
            </a:r>
          </a:p>
          <a:p>
            <a:pPr lvl="2"/>
            <a:r>
              <a:rPr lang="en-US" dirty="0"/>
              <a:t>Are there any aspects you would change in the interface? Why?</a:t>
            </a:r>
          </a:p>
        </p:txBody>
      </p:sp>
    </p:spTree>
    <p:extLst>
      <p:ext uri="{BB962C8B-B14F-4D97-AF65-F5344CB8AC3E}">
        <p14:creationId xmlns:p14="http://schemas.microsoft.com/office/powerpoint/2010/main" val="323246634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dirty="0"/>
              <a:t>UI/UX Incorporating feedback</a:t>
            </a:r>
            <a:endParaRPr dirty="0"/>
          </a:p>
        </p:txBody>
      </p:sp>
      <p:sp>
        <p:nvSpPr>
          <p:cNvPr id="176" name="15 minutes"/>
          <p:cNvSpPr txBox="1">
            <a:spLocks noGrp="1"/>
          </p:cNvSpPr>
          <p:nvPr>
            <p:ph type="body" idx="21"/>
          </p:nvPr>
        </p:nvSpPr>
        <p:spPr>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177" name="Consider stakeholders (owners, users, maintainers, etc.) and their perspectives towards the posed problem.…"/>
          <p:cNvSpPr txBox="1">
            <a:spLocks noGrp="1"/>
          </p:cNvSpPr>
          <p:nvPr>
            <p:ph type="body" idx="1"/>
          </p:nvPr>
        </p:nvSpPr>
        <p:spPr>
          <a:xfrm>
            <a:off x="1206500" y="3994504"/>
            <a:ext cx="21971000" cy="8641996"/>
          </a:xfrm>
          <a:prstGeom prst="rect">
            <a:avLst/>
          </a:prstGeom>
        </p:spPr>
        <p:txBody>
          <a:bodyPr>
            <a:normAutofit lnSpcReduction="10000"/>
          </a:bodyPr>
          <a:lstStyle/>
          <a:p>
            <a:r>
              <a:rPr lang="en-US" dirty="0"/>
              <a:t>Rate each issue as a bug that you encounter </a:t>
            </a:r>
          </a:p>
          <a:p>
            <a:pPr lvl="1"/>
            <a:r>
              <a:rPr lang="en-US" dirty="0"/>
              <a:t>Is it cosmetic only?</a:t>
            </a:r>
          </a:p>
          <a:p>
            <a:pPr lvl="1"/>
            <a:r>
              <a:rPr lang="en-US" dirty="0"/>
              <a:t>Does it hinder a person’s interaction with the system?</a:t>
            </a:r>
          </a:p>
          <a:p>
            <a:pPr lvl="1"/>
            <a:r>
              <a:rPr lang="en-US" dirty="0"/>
              <a:t>Is it bad navigation?</a:t>
            </a:r>
          </a:p>
          <a:p>
            <a:pPr lvl="1"/>
            <a:r>
              <a:rPr lang="en-US" dirty="0"/>
              <a:t>How does it affect the overall experience?</a:t>
            </a:r>
          </a:p>
          <a:p>
            <a:pPr lvl="1"/>
            <a:r>
              <a:rPr lang="en-US" dirty="0"/>
              <a:t>What is the frequency of the issue? Does only one person have the problem, or is it every person?</a:t>
            </a:r>
          </a:p>
          <a:p>
            <a:r>
              <a:rPr lang="en-US" dirty="0"/>
              <a:t>Once you rank the issues, you are ready to start making fixes</a:t>
            </a:r>
          </a:p>
          <a:p>
            <a:pPr marL="609600" lvl="1" indent="0">
              <a:buNone/>
            </a:pPr>
            <a:endParaRPr lang="en-US" dirty="0"/>
          </a:p>
        </p:txBody>
      </p:sp>
    </p:spTree>
    <p:extLst>
      <p:ext uri="{BB962C8B-B14F-4D97-AF65-F5344CB8AC3E}">
        <p14:creationId xmlns:p14="http://schemas.microsoft.com/office/powerpoint/2010/main" val="247167348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n your research"/>
          <p:cNvSpPr txBox="1">
            <a:spLocks noGrp="1"/>
          </p:cNvSpPr>
          <p:nvPr>
            <p:ph type="title"/>
          </p:nvPr>
        </p:nvSpPr>
        <p:spPr>
          <a:prstGeom prst="rect">
            <a:avLst/>
          </a:prstGeom>
        </p:spPr>
        <p:txBody>
          <a:bodyPr/>
          <a:lstStyle/>
          <a:p>
            <a:r>
              <a:rPr lang="en-AU"/>
              <a:t>Group Work</a:t>
            </a:r>
            <a:endParaRPr/>
          </a:p>
        </p:txBody>
      </p:sp>
      <p:sp>
        <p:nvSpPr>
          <p:cNvPr id="202"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6" name="Which pieces of missing user information are most important to your project?…">
            <a:extLst>
              <a:ext uri="{FF2B5EF4-FFF2-40B4-BE49-F238E27FC236}">
                <a16:creationId xmlns:a16="http://schemas.microsoft.com/office/drawing/2014/main" id="{DAAF30AB-971D-E561-401C-14B0024B8E24}"/>
              </a:ext>
            </a:extLst>
          </p:cNvPr>
          <p:cNvSpPr txBox="1">
            <a:spLocks/>
          </p:cNvSpPr>
          <p:nvPr/>
        </p:nvSpPr>
        <p:spPr>
          <a:xfrm>
            <a:off x="1206500" y="3994504"/>
            <a:ext cx="21971000" cy="7373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a:lstStyle>
          <a:p>
            <a:pPr hangingPunct="1">
              <a:lnSpc>
                <a:spcPct val="140000"/>
              </a:lnSpc>
              <a:spcBef>
                <a:spcPts val="0"/>
              </a:spcBef>
            </a:pPr>
            <a:r>
              <a:rPr lang="en-AU" dirty="0">
                <a:latin typeface="Roboto" panose="02000000000000000000" pitchFamily="2" charset="0"/>
                <a:ea typeface="Roboto" panose="02000000000000000000" pitchFamily="2" charset="0"/>
              </a:rPr>
              <a:t>This is now your group work time where you can work in your group on your project deliverables</a:t>
            </a:r>
          </a:p>
          <a:p>
            <a:pPr hangingPunct="1">
              <a:lnSpc>
                <a:spcPct val="140000"/>
              </a:lnSpc>
              <a:spcBef>
                <a:spcPts val="0"/>
              </a:spcBef>
            </a:pPr>
            <a:r>
              <a:rPr lang="en-AU" dirty="0">
                <a:latin typeface="Roboto" panose="02000000000000000000" pitchFamily="2" charset="0"/>
                <a:ea typeface="Roboto" panose="02000000000000000000" pitchFamily="2" charset="0"/>
              </a:rPr>
              <a:t>What should we be doing?</a:t>
            </a:r>
          </a:p>
          <a:p>
            <a:pPr lvl="1" hangingPunct="1">
              <a:lnSpc>
                <a:spcPct val="140000"/>
              </a:lnSpc>
              <a:spcBef>
                <a:spcPts val="0"/>
              </a:spcBef>
            </a:pPr>
            <a:r>
              <a:rPr lang="en-AU" dirty="0">
                <a:latin typeface="Roboto" panose="02000000000000000000" pitchFamily="2" charset="0"/>
                <a:ea typeface="Roboto" panose="02000000000000000000" pitchFamily="2" charset="0"/>
              </a:rPr>
              <a:t>Work through your first sprint prototype to prepare it for testing (what UI and UX elements are you bringing into your prototypes?), make sure all acceptance criteria make sense and allows you to check the navigation/flow make sense</a:t>
            </a:r>
          </a:p>
          <a:p>
            <a:pPr hangingPunct="1">
              <a:lnSpc>
                <a:spcPct val="140000"/>
              </a:lnSpc>
              <a:spcBef>
                <a:spcPts val="0"/>
              </a:spcBef>
            </a:pPr>
            <a:r>
              <a:rPr lang="en-AU" dirty="0">
                <a:latin typeface="Roboto" panose="02000000000000000000" pitchFamily="2" charset="0"/>
                <a:ea typeface="Roboto" panose="02000000000000000000" pitchFamily="2" charset="0"/>
              </a:rPr>
              <a:t>Your demonstrator will walk around and check in with each group to provide feedback on your progress and answer any questions you may have</a:t>
            </a:r>
          </a:p>
        </p:txBody>
      </p:sp>
      <p:graphicFrame>
        <p:nvGraphicFramePr>
          <p:cNvPr id="7" name="Table">
            <a:extLst>
              <a:ext uri="{FF2B5EF4-FFF2-40B4-BE49-F238E27FC236}">
                <a16:creationId xmlns:a16="http://schemas.microsoft.com/office/drawing/2014/main" id="{504A633C-7B4C-F943-4152-CC4810D8A114}"/>
              </a:ext>
            </a:extLst>
          </p:cNvPr>
          <p:cNvGraphicFramePr/>
          <p:nvPr>
            <p:extLst>
              <p:ext uri="{D42A27DB-BD31-4B8C-83A1-F6EECF244321}">
                <p14:modId xmlns:p14="http://schemas.microsoft.com/office/powerpoint/2010/main" val="359862593"/>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accent1">
                        <a:lumMod val="50000"/>
                      </a:schemeClr>
                    </a:solidFill>
                  </a:tcPr>
                </a:tc>
                <a:tc>
                  <a:txBody>
                    <a:bodyPr/>
                    <a:lstStyle/>
                    <a:p>
                      <a:pPr defTabSz="914400"/>
                      <a:r>
                        <a:rPr lang="en-AU" sz="2500"/>
                        <a:t>UI/UX</a:t>
                      </a:r>
                      <a:endParaRPr sz="2500"/>
                    </a:p>
                  </a:txBody>
                  <a:tcPr marL="50800" marR="50800" marT="50800" marB="50800" anchor="ctr" horzOverflow="overflow">
                    <a:solidFill>
                      <a:schemeClr val="accent1">
                        <a:lumMod val="50000"/>
                      </a:schemeClr>
                    </a:solidFill>
                  </a:tcPr>
                </a:tc>
                <a:tc>
                  <a:txBody>
                    <a:bodyPr/>
                    <a:lstStyle/>
                    <a:p>
                      <a:pPr defTabSz="914400"/>
                      <a:r>
                        <a:rPr lang="en-AU" sz="2500"/>
                        <a:t>Group Work</a:t>
                      </a:r>
                      <a:endParaRPr sz="2500"/>
                    </a:p>
                  </a:txBody>
                  <a:tcPr marL="50800" marR="50800" marT="50800" marB="50800" anchor="ctr" horzOverflow="overflow">
                    <a:solidFill>
                      <a:schemeClr val="accent1">
                        <a:lumMod val="60000"/>
                        <a:lumOff val="4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60000"/>
                        <a:lumOff val="40000"/>
                      </a:schemeClr>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50000"/>
                      </a:schemeClr>
                    </a:solidFill>
                  </a:tcPr>
                </a:tc>
                <a:tc>
                  <a:txBody>
                    <a:bodyPr/>
                    <a:lstStyle/>
                    <a:p>
                      <a:pPr defTabSz="914400"/>
                      <a:r>
                        <a:rPr sz="2500" dirty="0"/>
                        <a:t>group</a:t>
                      </a:r>
                    </a:p>
                  </a:txBody>
                  <a:tcPr marL="50800" marR="50800" marT="50800" marB="50800" anchor="ctr" horzOverflow="overflow">
                    <a:solidFill>
                      <a:schemeClr val="accent1">
                        <a:lumMod val="60000"/>
                        <a:lumOff val="40000"/>
                      </a:schemeClr>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Develop questions"/>
          <p:cNvSpPr txBox="1">
            <a:spLocks noGrp="1"/>
          </p:cNvSpPr>
          <p:nvPr>
            <p:ph type="title"/>
          </p:nvPr>
        </p:nvSpPr>
        <p:spPr>
          <a:prstGeom prst="rect">
            <a:avLst/>
          </a:prstGeom>
        </p:spPr>
        <p:txBody>
          <a:bodyPr/>
          <a:lstStyle/>
          <a:p>
            <a:r>
              <a:rPr lang="en-AU"/>
              <a:t>Group Work</a:t>
            </a:r>
            <a:endParaRPr/>
          </a:p>
        </p:txBody>
      </p:sp>
      <p:sp>
        <p:nvSpPr>
          <p:cNvPr id="191"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a:t>50</a:t>
            </a:r>
            <a:r>
              <a:t> minutes</a:t>
            </a:r>
          </a:p>
        </p:txBody>
      </p:sp>
      <p:sp>
        <p:nvSpPr>
          <p:cNvPr id="3" name="Text Placeholder 2">
            <a:extLst>
              <a:ext uri="{FF2B5EF4-FFF2-40B4-BE49-F238E27FC236}">
                <a16:creationId xmlns:a16="http://schemas.microsoft.com/office/drawing/2014/main" id="{6D52CF75-89D3-A53A-A92F-0679017E0E0E}"/>
              </a:ext>
            </a:extLst>
          </p:cNvPr>
          <p:cNvSpPr>
            <a:spLocks noGrp="1"/>
          </p:cNvSpPr>
          <p:nvPr>
            <p:ph type="body" idx="1"/>
          </p:nvPr>
        </p:nvSpPr>
        <p:spPr>
          <a:xfrm>
            <a:off x="1206500" y="4248504"/>
            <a:ext cx="21971000" cy="6730903"/>
          </a:xfrm>
        </p:spPr>
        <p:txBody>
          <a:bodyPr lIns="50800" tIns="50800" rIns="50800" bIns="50800" anchor="t">
            <a:normAutofit/>
          </a:bodyPr>
          <a:lstStyle/>
          <a:p>
            <a:pPr marL="0" indent="0">
              <a:buNone/>
            </a:pPr>
            <a:r>
              <a:rPr lang="en-US"/>
              <a:t>Each week we will check in on where we are at with our projects to make sure that everyone is moving towards the same goals. </a:t>
            </a:r>
            <a:endParaRPr lang="en-US">
              <a:sym typeface="Wingdings" pitchFamily="2" charset="2"/>
            </a:endParaRPr>
          </a:p>
          <a:p>
            <a:pPr lvl="1"/>
            <a:endParaRPr lang="en-US">
              <a:sym typeface="Wingdings" pitchFamily="2" charset="2"/>
            </a:endParaRPr>
          </a:p>
          <a:p>
            <a:pPr marL="0" indent="0">
              <a:buNone/>
            </a:pPr>
            <a:endParaRPr lang="en-US">
              <a:sym typeface="Wingdings" pitchFamily="2" charset="2"/>
            </a:endParaRPr>
          </a:p>
        </p:txBody>
      </p:sp>
      <p:graphicFrame>
        <p:nvGraphicFramePr>
          <p:cNvPr id="5" name="Diagram 4">
            <a:extLst>
              <a:ext uri="{FF2B5EF4-FFF2-40B4-BE49-F238E27FC236}">
                <a16:creationId xmlns:a16="http://schemas.microsoft.com/office/drawing/2014/main" id="{B003A88D-7472-E5FF-F7EF-F80AB4B368E2}"/>
              </a:ext>
            </a:extLst>
          </p:cNvPr>
          <p:cNvGraphicFramePr/>
          <p:nvPr>
            <p:extLst>
              <p:ext uri="{D42A27DB-BD31-4B8C-83A1-F6EECF244321}">
                <p14:modId xmlns:p14="http://schemas.microsoft.com/office/powerpoint/2010/main" val="1031982360"/>
              </p:ext>
            </p:extLst>
          </p:nvPr>
        </p:nvGraphicFramePr>
        <p:xfrm>
          <a:off x="1206500" y="4838189"/>
          <a:ext cx="21971000" cy="7718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Straight Connector 7">
            <a:extLst>
              <a:ext uri="{FF2B5EF4-FFF2-40B4-BE49-F238E27FC236}">
                <a16:creationId xmlns:a16="http://schemas.microsoft.com/office/drawing/2014/main" id="{4418C648-AA69-C0C5-6230-4A7DE97755F9}"/>
              </a:ext>
            </a:extLst>
          </p:cNvPr>
          <p:cNvCxnSpPr>
            <a:cxnSpLocks/>
          </p:cNvCxnSpPr>
          <p:nvPr/>
        </p:nvCxnSpPr>
        <p:spPr>
          <a:xfrm>
            <a:off x="2339163" y="8083684"/>
            <a:ext cx="0" cy="1974716"/>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Oval 10">
            <a:extLst>
              <a:ext uri="{FF2B5EF4-FFF2-40B4-BE49-F238E27FC236}">
                <a16:creationId xmlns:a16="http://schemas.microsoft.com/office/drawing/2014/main" id="{25C9F1A4-E1F1-E68B-5A4C-387CDD861401}"/>
              </a:ext>
            </a:extLst>
          </p:cNvPr>
          <p:cNvSpPr/>
          <p:nvPr/>
        </p:nvSpPr>
        <p:spPr>
          <a:xfrm>
            <a:off x="5826642" y="12206177"/>
            <a:ext cx="914400" cy="914400"/>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14" name="Straight Connector 13">
            <a:extLst>
              <a:ext uri="{FF2B5EF4-FFF2-40B4-BE49-F238E27FC236}">
                <a16:creationId xmlns:a16="http://schemas.microsoft.com/office/drawing/2014/main" id="{42487635-C08E-7E54-82D0-A6990B158B1B}"/>
              </a:ext>
            </a:extLst>
          </p:cNvPr>
          <p:cNvCxnSpPr>
            <a:cxnSpLocks/>
          </p:cNvCxnSpPr>
          <p:nvPr/>
        </p:nvCxnSpPr>
        <p:spPr>
          <a:xfrm flipH="1">
            <a:off x="4329617" y="8004867"/>
            <a:ext cx="2003" cy="2286834"/>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CC181ADE-CE48-0C87-F0F6-E17116AA24D2}"/>
              </a:ext>
            </a:extLst>
          </p:cNvPr>
          <p:cNvCxnSpPr>
            <a:cxnSpLocks/>
          </p:cNvCxnSpPr>
          <p:nvPr/>
        </p:nvCxnSpPr>
        <p:spPr>
          <a:xfrm>
            <a:off x="6087270" y="7958439"/>
            <a:ext cx="0" cy="634409"/>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D3316F8D-7ADB-8EDC-92D9-BDA87400E8EE}"/>
              </a:ext>
            </a:extLst>
          </p:cNvPr>
          <p:cNvCxnSpPr>
            <a:cxnSpLocks/>
            <a:endCxn id="48" idx="0"/>
          </p:cNvCxnSpPr>
          <p:nvPr/>
        </p:nvCxnSpPr>
        <p:spPr>
          <a:xfrm>
            <a:off x="7911429" y="8000535"/>
            <a:ext cx="0" cy="3448359"/>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C994E725-F87E-35D1-0E1C-3A09ADF03210}"/>
              </a:ext>
            </a:extLst>
          </p:cNvPr>
          <p:cNvCxnSpPr>
            <a:cxnSpLocks/>
          </p:cNvCxnSpPr>
          <p:nvPr/>
        </p:nvCxnSpPr>
        <p:spPr>
          <a:xfrm>
            <a:off x="9794004" y="7981421"/>
            <a:ext cx="0" cy="136757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FF6ED53C-A550-171D-8E10-7DE9AAFE7169}"/>
              </a:ext>
            </a:extLst>
          </p:cNvPr>
          <p:cNvCxnSpPr>
            <a:cxnSpLocks/>
          </p:cNvCxnSpPr>
          <p:nvPr/>
        </p:nvCxnSpPr>
        <p:spPr>
          <a:xfrm>
            <a:off x="14166112" y="9179322"/>
            <a:ext cx="0" cy="612783"/>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6213278B-3E04-3C1C-CED9-63F8018C120E}"/>
              </a:ext>
            </a:extLst>
          </p:cNvPr>
          <p:cNvCxnSpPr>
            <a:cxnSpLocks/>
          </p:cNvCxnSpPr>
          <p:nvPr/>
        </p:nvCxnSpPr>
        <p:spPr>
          <a:xfrm>
            <a:off x="16186297" y="9129583"/>
            <a:ext cx="0" cy="307659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851BBE7B-4349-6F8F-3ABA-B84BAF2D1AB7}"/>
              </a:ext>
            </a:extLst>
          </p:cNvPr>
          <p:cNvCxnSpPr>
            <a:cxnSpLocks/>
          </p:cNvCxnSpPr>
          <p:nvPr/>
        </p:nvCxnSpPr>
        <p:spPr>
          <a:xfrm>
            <a:off x="18142689" y="9129583"/>
            <a:ext cx="0" cy="136757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4D5C41D7-932E-20F8-255E-7D969D4C39E8}"/>
              </a:ext>
            </a:extLst>
          </p:cNvPr>
          <p:cNvCxnSpPr>
            <a:cxnSpLocks/>
          </p:cNvCxnSpPr>
          <p:nvPr/>
        </p:nvCxnSpPr>
        <p:spPr>
          <a:xfrm>
            <a:off x="20141609" y="9179322"/>
            <a:ext cx="31674" cy="2519252"/>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6BE70E78-174D-7AB0-7A9A-8B0930FA2ECF}"/>
              </a:ext>
            </a:extLst>
          </p:cNvPr>
          <p:cNvCxnSpPr>
            <a:cxnSpLocks/>
          </p:cNvCxnSpPr>
          <p:nvPr/>
        </p:nvCxnSpPr>
        <p:spPr>
          <a:xfrm>
            <a:off x="6741042" y="6775260"/>
            <a:ext cx="0" cy="606314"/>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Graphic 12" descr="Stopwatch with solid fill">
            <a:extLst>
              <a:ext uri="{FF2B5EF4-FFF2-40B4-BE49-F238E27FC236}">
                <a16:creationId xmlns:a16="http://schemas.microsoft.com/office/drawing/2014/main" id="{DFCB6573-A492-8D53-D62A-6C6BCF2593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3842" y="5596485"/>
            <a:ext cx="914400" cy="914400"/>
          </a:xfrm>
          <a:prstGeom prst="rect">
            <a:avLst/>
          </a:prstGeom>
        </p:spPr>
      </p:pic>
      <p:sp>
        <p:nvSpPr>
          <p:cNvPr id="24" name="TextBox 23">
            <a:extLst>
              <a:ext uri="{FF2B5EF4-FFF2-40B4-BE49-F238E27FC236}">
                <a16:creationId xmlns:a16="http://schemas.microsoft.com/office/drawing/2014/main" id="{3757417D-AE7F-E8E3-ABE4-A75821386540}"/>
              </a:ext>
            </a:extLst>
          </p:cNvPr>
          <p:cNvSpPr txBox="1"/>
          <p:nvPr/>
        </p:nvSpPr>
        <p:spPr>
          <a:xfrm>
            <a:off x="5964866" y="5927919"/>
            <a:ext cx="1610215"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effectLst/>
                <a:uFillTx/>
                <a:latin typeface="Roboto"/>
                <a:ea typeface="Roboto"/>
                <a:cs typeface="Roboto"/>
                <a:sym typeface="Roboto"/>
              </a:rPr>
              <a:t>Interim Report</a:t>
            </a:r>
          </a:p>
        </p:txBody>
      </p:sp>
      <p:cxnSp>
        <p:nvCxnSpPr>
          <p:cNvPr id="29" name="Straight Connector 28">
            <a:extLst>
              <a:ext uri="{FF2B5EF4-FFF2-40B4-BE49-F238E27FC236}">
                <a16:creationId xmlns:a16="http://schemas.microsoft.com/office/drawing/2014/main" id="{63236045-1FC7-99D5-5226-36B76C2BF059}"/>
              </a:ext>
            </a:extLst>
          </p:cNvPr>
          <p:cNvCxnSpPr>
            <a:cxnSpLocks/>
          </p:cNvCxnSpPr>
          <p:nvPr/>
        </p:nvCxnSpPr>
        <p:spPr>
          <a:xfrm>
            <a:off x="10539346" y="6795931"/>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0" name="Graphic 29" descr="Stopwatch with solid fill">
            <a:extLst>
              <a:ext uri="{FF2B5EF4-FFF2-40B4-BE49-F238E27FC236}">
                <a16:creationId xmlns:a16="http://schemas.microsoft.com/office/drawing/2014/main" id="{C235CF3E-8973-A93F-93B8-208269C3BF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82146" y="5627163"/>
            <a:ext cx="914400" cy="914400"/>
          </a:xfrm>
          <a:prstGeom prst="rect">
            <a:avLst/>
          </a:prstGeom>
        </p:spPr>
      </p:pic>
      <p:sp>
        <p:nvSpPr>
          <p:cNvPr id="31" name="TextBox 30">
            <a:extLst>
              <a:ext uri="{FF2B5EF4-FFF2-40B4-BE49-F238E27FC236}">
                <a16:creationId xmlns:a16="http://schemas.microsoft.com/office/drawing/2014/main" id="{79CF16B7-D7C9-E006-D2B2-B9E593AC6600}"/>
              </a:ext>
            </a:extLst>
          </p:cNvPr>
          <p:cNvSpPr txBox="1"/>
          <p:nvPr/>
        </p:nvSpPr>
        <p:spPr>
          <a:xfrm>
            <a:off x="9763170" y="5927919"/>
            <a:ext cx="1828798"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Prelim Report</a:t>
            </a:r>
          </a:p>
        </p:txBody>
      </p:sp>
      <p:cxnSp>
        <p:nvCxnSpPr>
          <p:cNvPr id="32" name="Straight Connector 31">
            <a:extLst>
              <a:ext uri="{FF2B5EF4-FFF2-40B4-BE49-F238E27FC236}">
                <a16:creationId xmlns:a16="http://schemas.microsoft.com/office/drawing/2014/main" id="{E4E39A93-A5B5-29FD-DAA9-DBA7B01FEBCA}"/>
              </a:ext>
            </a:extLst>
          </p:cNvPr>
          <p:cNvCxnSpPr>
            <a:cxnSpLocks/>
          </p:cNvCxnSpPr>
          <p:nvPr/>
        </p:nvCxnSpPr>
        <p:spPr>
          <a:xfrm>
            <a:off x="20747665" y="7669330"/>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3" name="Graphic 32" descr="Stopwatch with solid fill">
            <a:extLst>
              <a:ext uri="{FF2B5EF4-FFF2-40B4-BE49-F238E27FC236}">
                <a16:creationId xmlns:a16="http://schemas.microsoft.com/office/drawing/2014/main" id="{9DA20298-327F-4DA0-9B28-70AA7475B0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290465" y="6408924"/>
            <a:ext cx="914400" cy="914400"/>
          </a:xfrm>
          <a:prstGeom prst="rect">
            <a:avLst/>
          </a:prstGeom>
        </p:spPr>
      </p:pic>
      <p:sp>
        <p:nvSpPr>
          <p:cNvPr id="34" name="TextBox 33">
            <a:extLst>
              <a:ext uri="{FF2B5EF4-FFF2-40B4-BE49-F238E27FC236}">
                <a16:creationId xmlns:a16="http://schemas.microsoft.com/office/drawing/2014/main" id="{CA44DB30-5522-B76B-647F-D5D7555B008D}"/>
              </a:ext>
            </a:extLst>
          </p:cNvPr>
          <p:cNvSpPr txBox="1"/>
          <p:nvPr/>
        </p:nvSpPr>
        <p:spPr>
          <a:xfrm>
            <a:off x="19648971" y="6740358"/>
            <a:ext cx="2151316"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Design Presentation</a:t>
            </a:r>
          </a:p>
        </p:txBody>
      </p:sp>
      <p:cxnSp>
        <p:nvCxnSpPr>
          <p:cNvPr id="35" name="Straight Connector 34">
            <a:extLst>
              <a:ext uri="{FF2B5EF4-FFF2-40B4-BE49-F238E27FC236}">
                <a16:creationId xmlns:a16="http://schemas.microsoft.com/office/drawing/2014/main" id="{A0D6CFD8-C97F-BA98-6BC7-564526D28F31}"/>
              </a:ext>
            </a:extLst>
          </p:cNvPr>
          <p:cNvCxnSpPr>
            <a:cxnSpLocks/>
          </p:cNvCxnSpPr>
          <p:nvPr/>
        </p:nvCxnSpPr>
        <p:spPr>
          <a:xfrm>
            <a:off x="22726352" y="7683651"/>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6" name="Graphic 35" descr="Stopwatch with solid fill">
            <a:extLst>
              <a:ext uri="{FF2B5EF4-FFF2-40B4-BE49-F238E27FC236}">
                <a16:creationId xmlns:a16="http://schemas.microsoft.com/office/drawing/2014/main" id="{85038535-E349-BA15-E531-E00F06FCA5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269152" y="6423245"/>
            <a:ext cx="914400" cy="914400"/>
          </a:xfrm>
          <a:prstGeom prst="rect">
            <a:avLst/>
          </a:prstGeom>
        </p:spPr>
      </p:pic>
      <p:sp>
        <p:nvSpPr>
          <p:cNvPr id="37" name="TextBox 36">
            <a:extLst>
              <a:ext uri="{FF2B5EF4-FFF2-40B4-BE49-F238E27FC236}">
                <a16:creationId xmlns:a16="http://schemas.microsoft.com/office/drawing/2014/main" id="{3468D1A6-B2D6-A153-20C7-D4AB999A77EA}"/>
              </a:ext>
            </a:extLst>
          </p:cNvPr>
          <p:cNvSpPr txBox="1"/>
          <p:nvPr/>
        </p:nvSpPr>
        <p:spPr>
          <a:xfrm>
            <a:off x="22139575" y="6775260"/>
            <a:ext cx="1546286"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Final Report</a:t>
            </a:r>
          </a:p>
        </p:txBody>
      </p:sp>
      <p:sp>
        <p:nvSpPr>
          <p:cNvPr id="40" name="TextBox 39">
            <a:extLst>
              <a:ext uri="{FF2B5EF4-FFF2-40B4-BE49-F238E27FC236}">
                <a16:creationId xmlns:a16="http://schemas.microsoft.com/office/drawing/2014/main" id="{9B5890AD-5D25-63C5-0CDE-3731FE85C70C}"/>
              </a:ext>
            </a:extLst>
          </p:cNvPr>
          <p:cNvSpPr txBox="1"/>
          <p:nvPr/>
        </p:nvSpPr>
        <p:spPr>
          <a:xfrm>
            <a:off x="1327300" y="10058468"/>
            <a:ext cx="1846520" cy="1755352"/>
          </a:xfrm>
          <a:custGeom>
            <a:avLst/>
            <a:gdLst>
              <a:gd name="csX0" fmla="*/ 0 w 1846520"/>
              <a:gd name="csY0" fmla="*/ 0 h 1755352"/>
              <a:gd name="csX1" fmla="*/ 443165 w 1846520"/>
              <a:gd name="csY1" fmla="*/ 0 h 1755352"/>
              <a:gd name="csX2" fmla="*/ 849399 w 1846520"/>
              <a:gd name="csY2" fmla="*/ 0 h 1755352"/>
              <a:gd name="csX3" fmla="*/ 1347960 w 1846520"/>
              <a:gd name="csY3" fmla="*/ 0 h 1755352"/>
              <a:gd name="csX4" fmla="*/ 1846520 w 1846520"/>
              <a:gd name="csY4" fmla="*/ 0 h 1755352"/>
              <a:gd name="csX5" fmla="*/ 1846520 w 1846520"/>
              <a:gd name="csY5" fmla="*/ 567564 h 1755352"/>
              <a:gd name="csX6" fmla="*/ 1846520 w 1846520"/>
              <a:gd name="csY6" fmla="*/ 1117574 h 1755352"/>
              <a:gd name="csX7" fmla="*/ 1846520 w 1846520"/>
              <a:gd name="csY7" fmla="*/ 1755352 h 1755352"/>
              <a:gd name="csX8" fmla="*/ 1384890 w 1846520"/>
              <a:gd name="csY8" fmla="*/ 1755352 h 1755352"/>
              <a:gd name="csX9" fmla="*/ 978656 w 1846520"/>
              <a:gd name="csY9" fmla="*/ 1755352 h 1755352"/>
              <a:gd name="csX10" fmla="*/ 517026 w 1846520"/>
              <a:gd name="csY10" fmla="*/ 1755352 h 1755352"/>
              <a:gd name="csX11" fmla="*/ 0 w 1846520"/>
              <a:gd name="csY11" fmla="*/ 1755352 h 1755352"/>
              <a:gd name="csX12" fmla="*/ 0 w 1846520"/>
              <a:gd name="csY12" fmla="*/ 1187788 h 1755352"/>
              <a:gd name="csX13" fmla="*/ 0 w 1846520"/>
              <a:gd name="csY13" fmla="*/ 620224 h 1755352"/>
              <a:gd name="csX14" fmla="*/ 0 w 1846520"/>
              <a:gd name="csY14" fmla="*/ 0 h 1755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46520" h="175535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903679" y="210373"/>
                  <a:pt x="1788864" y="364161"/>
                  <a:pt x="1846520" y="567564"/>
                </a:cubicBezTo>
                <a:cubicBezTo>
                  <a:pt x="1904176" y="770967"/>
                  <a:pt x="1781053" y="972388"/>
                  <a:pt x="1846520" y="1117574"/>
                </a:cubicBezTo>
                <a:cubicBezTo>
                  <a:pt x="1911987" y="1262760"/>
                  <a:pt x="1807405" y="1438675"/>
                  <a:pt x="1846520" y="1755352"/>
                </a:cubicBezTo>
                <a:cubicBezTo>
                  <a:pt x="1715169" y="1799911"/>
                  <a:pt x="1482052" y="1714019"/>
                  <a:pt x="1384890" y="1755352"/>
                </a:cubicBezTo>
                <a:cubicBezTo>
                  <a:pt x="1287728" y="1796685"/>
                  <a:pt x="1065678" y="1727228"/>
                  <a:pt x="978656" y="1755352"/>
                </a:cubicBezTo>
                <a:cubicBezTo>
                  <a:pt x="891634" y="1783476"/>
                  <a:pt x="726372" y="1704279"/>
                  <a:pt x="517026" y="1755352"/>
                </a:cubicBezTo>
                <a:cubicBezTo>
                  <a:pt x="307680" y="1806425"/>
                  <a:pt x="242938" y="1719856"/>
                  <a:pt x="0" y="1755352"/>
                </a:cubicBezTo>
                <a:cubicBezTo>
                  <a:pt x="-6812" y="1589963"/>
                  <a:pt x="51984" y="1452715"/>
                  <a:pt x="0" y="1187788"/>
                </a:cubicBezTo>
                <a:cubicBezTo>
                  <a:pt x="-51984" y="922861"/>
                  <a:pt x="1374" y="783083"/>
                  <a:pt x="0" y="620224"/>
                </a:cubicBezTo>
                <a:cubicBezTo>
                  <a:pt x="-1374" y="457365"/>
                  <a:pt x="12905" y="147037"/>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Who is my user?</a:t>
            </a:r>
          </a:p>
          <a:p>
            <a:pPr marL="0" marR="0" indent="0" algn="ctr" defTabSz="2438338" rtl="0" fontAlgn="auto" latinLnBrk="0" hangingPunct="0">
              <a:lnSpc>
                <a:spcPct val="90000"/>
              </a:lnSpc>
              <a:spcBef>
                <a:spcPts val="4500"/>
              </a:spcBef>
              <a:spcAft>
                <a:spcPts val="0"/>
              </a:spcAft>
              <a:buClrTx/>
              <a:buSzTx/>
              <a:buFontTx/>
              <a:buNone/>
              <a:tabLst/>
            </a:pPr>
            <a:endParaRPr kumimoji="0" lang="en-US" sz="1800" b="0" i="0" u="none" strike="noStrike" cap="none" spc="0" normalizeH="0" baseline="0">
              <a:ln>
                <a:noFill/>
              </a:ln>
              <a:solidFill>
                <a:srgbClr val="FFFFFF"/>
              </a:solidFill>
              <a:effectLst/>
              <a:uFillTx/>
              <a:latin typeface="Roboto"/>
              <a:ea typeface="Roboto"/>
              <a:cs typeface="Roboto"/>
              <a:sym typeface="Roboto"/>
            </a:endParaRPr>
          </a:p>
        </p:txBody>
      </p:sp>
      <p:sp>
        <p:nvSpPr>
          <p:cNvPr id="45" name="TextBox 44">
            <a:extLst>
              <a:ext uri="{FF2B5EF4-FFF2-40B4-BE49-F238E27FC236}">
                <a16:creationId xmlns:a16="http://schemas.microsoft.com/office/drawing/2014/main" id="{E0865BB3-AF58-AF1B-58FA-D2E201FF70AE}"/>
              </a:ext>
            </a:extLst>
          </p:cNvPr>
          <p:cNvSpPr txBox="1"/>
          <p:nvPr/>
        </p:nvSpPr>
        <p:spPr>
          <a:xfrm>
            <a:off x="3294327" y="10340712"/>
            <a:ext cx="1846520" cy="2004651"/>
          </a:xfrm>
          <a:custGeom>
            <a:avLst/>
            <a:gdLst>
              <a:gd name="csX0" fmla="*/ 0 w 1846520"/>
              <a:gd name="csY0" fmla="*/ 0 h 2004651"/>
              <a:gd name="csX1" fmla="*/ 443165 w 1846520"/>
              <a:gd name="csY1" fmla="*/ 0 h 2004651"/>
              <a:gd name="csX2" fmla="*/ 849399 w 1846520"/>
              <a:gd name="csY2" fmla="*/ 0 h 2004651"/>
              <a:gd name="csX3" fmla="*/ 1347960 w 1846520"/>
              <a:gd name="csY3" fmla="*/ 0 h 2004651"/>
              <a:gd name="csX4" fmla="*/ 1846520 w 1846520"/>
              <a:gd name="csY4" fmla="*/ 0 h 2004651"/>
              <a:gd name="csX5" fmla="*/ 1846520 w 1846520"/>
              <a:gd name="csY5" fmla="*/ 481116 h 2004651"/>
              <a:gd name="csX6" fmla="*/ 1846520 w 1846520"/>
              <a:gd name="csY6" fmla="*/ 942186 h 2004651"/>
              <a:gd name="csX7" fmla="*/ 1846520 w 1846520"/>
              <a:gd name="csY7" fmla="*/ 1443349 h 2004651"/>
              <a:gd name="csX8" fmla="*/ 1846520 w 1846520"/>
              <a:gd name="csY8" fmla="*/ 2004651 h 2004651"/>
              <a:gd name="csX9" fmla="*/ 1421820 w 1846520"/>
              <a:gd name="csY9" fmla="*/ 2004651 h 2004651"/>
              <a:gd name="csX10" fmla="*/ 960190 w 1846520"/>
              <a:gd name="csY10" fmla="*/ 2004651 h 2004651"/>
              <a:gd name="csX11" fmla="*/ 498560 w 1846520"/>
              <a:gd name="csY11" fmla="*/ 2004651 h 2004651"/>
              <a:gd name="csX12" fmla="*/ 0 w 1846520"/>
              <a:gd name="csY12" fmla="*/ 2004651 h 2004651"/>
              <a:gd name="csX13" fmla="*/ 0 w 1846520"/>
              <a:gd name="csY13" fmla="*/ 1463395 h 2004651"/>
              <a:gd name="csX14" fmla="*/ 0 w 1846520"/>
              <a:gd name="csY14" fmla="*/ 922139 h 2004651"/>
              <a:gd name="csX15" fmla="*/ 0 w 1846520"/>
              <a:gd name="csY15" fmla="*/ 0 h 2004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520" h="200465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47391" y="153622"/>
                  <a:pt x="1815808" y="341952"/>
                  <a:pt x="1846520" y="481116"/>
                </a:cubicBezTo>
                <a:cubicBezTo>
                  <a:pt x="1877232" y="620280"/>
                  <a:pt x="1801792" y="778566"/>
                  <a:pt x="1846520" y="942186"/>
                </a:cubicBezTo>
                <a:cubicBezTo>
                  <a:pt x="1891248" y="1105806"/>
                  <a:pt x="1788274" y="1241311"/>
                  <a:pt x="1846520" y="1443349"/>
                </a:cubicBezTo>
                <a:cubicBezTo>
                  <a:pt x="1904766" y="1645387"/>
                  <a:pt x="1835698" y="1795545"/>
                  <a:pt x="1846520" y="2004651"/>
                </a:cubicBezTo>
                <a:cubicBezTo>
                  <a:pt x="1685925" y="2051655"/>
                  <a:pt x="1578801" y="1958476"/>
                  <a:pt x="1421820" y="2004651"/>
                </a:cubicBezTo>
                <a:cubicBezTo>
                  <a:pt x="1264839" y="2050826"/>
                  <a:pt x="1169536" y="1953578"/>
                  <a:pt x="960190" y="2004651"/>
                </a:cubicBezTo>
                <a:cubicBezTo>
                  <a:pt x="750844" y="2055724"/>
                  <a:pt x="702721" y="2001141"/>
                  <a:pt x="498560" y="2004651"/>
                </a:cubicBezTo>
                <a:cubicBezTo>
                  <a:pt x="294399" y="2008161"/>
                  <a:pt x="233334" y="1998545"/>
                  <a:pt x="0" y="2004651"/>
                </a:cubicBezTo>
                <a:cubicBezTo>
                  <a:pt x="-27743" y="1876604"/>
                  <a:pt x="18225" y="1667768"/>
                  <a:pt x="0" y="1463395"/>
                </a:cubicBezTo>
                <a:cubicBezTo>
                  <a:pt x="-18225" y="1259022"/>
                  <a:pt x="47739" y="1187861"/>
                  <a:pt x="0" y="922139"/>
                </a:cubicBezTo>
                <a:cubicBezTo>
                  <a:pt x="-47739" y="656417"/>
                  <a:pt x="103857" y="348081"/>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What do my users want?</a:t>
            </a:r>
          </a:p>
          <a:p>
            <a:pPr marL="0" marR="0" indent="0" algn="ctr" defTabSz="2438338" rtl="0" fontAlgn="auto" latinLnBrk="0" hangingPunct="0">
              <a:lnSpc>
                <a:spcPct val="90000"/>
              </a:lnSpc>
              <a:spcBef>
                <a:spcPts val="4500"/>
              </a:spcBef>
              <a:spcAft>
                <a:spcPts val="0"/>
              </a:spcAft>
              <a:buClrTx/>
              <a:buSzTx/>
              <a:buFontTx/>
              <a:buNone/>
              <a:tabLst/>
            </a:pPr>
            <a:endParaRPr kumimoji="0" lang="en-US" sz="1800" b="0" i="0" u="none" strike="noStrike" cap="none" spc="0" normalizeH="0" baseline="0">
              <a:ln>
                <a:noFill/>
              </a:ln>
              <a:solidFill>
                <a:srgbClr val="FFFFFF"/>
              </a:solidFill>
              <a:effectLst/>
              <a:uFillTx/>
              <a:latin typeface="Roboto"/>
              <a:ea typeface="Roboto"/>
              <a:cs typeface="Roboto"/>
              <a:sym typeface="Roboto"/>
            </a:endParaRPr>
          </a:p>
        </p:txBody>
      </p:sp>
      <p:sp>
        <p:nvSpPr>
          <p:cNvPr id="46" name="TextBox 45">
            <a:extLst>
              <a:ext uri="{FF2B5EF4-FFF2-40B4-BE49-F238E27FC236}">
                <a16:creationId xmlns:a16="http://schemas.microsoft.com/office/drawing/2014/main" id="{A0012B96-A327-F3A9-C86A-423C0C681DC7}"/>
              </a:ext>
            </a:extLst>
          </p:cNvPr>
          <p:cNvSpPr txBox="1"/>
          <p:nvPr/>
        </p:nvSpPr>
        <p:spPr>
          <a:xfrm>
            <a:off x="5243617" y="8665208"/>
            <a:ext cx="1846520" cy="2503249"/>
          </a:xfrm>
          <a:custGeom>
            <a:avLst/>
            <a:gdLst>
              <a:gd name="csX0" fmla="*/ 0 w 1846520"/>
              <a:gd name="csY0" fmla="*/ 0 h 2503249"/>
              <a:gd name="csX1" fmla="*/ 443165 w 1846520"/>
              <a:gd name="csY1" fmla="*/ 0 h 2503249"/>
              <a:gd name="csX2" fmla="*/ 849399 w 1846520"/>
              <a:gd name="csY2" fmla="*/ 0 h 2503249"/>
              <a:gd name="csX3" fmla="*/ 1347960 w 1846520"/>
              <a:gd name="csY3" fmla="*/ 0 h 2503249"/>
              <a:gd name="csX4" fmla="*/ 1846520 w 1846520"/>
              <a:gd name="csY4" fmla="*/ 0 h 2503249"/>
              <a:gd name="csX5" fmla="*/ 1846520 w 1846520"/>
              <a:gd name="csY5" fmla="*/ 475617 h 2503249"/>
              <a:gd name="csX6" fmla="*/ 1846520 w 1846520"/>
              <a:gd name="csY6" fmla="*/ 926202 h 2503249"/>
              <a:gd name="csX7" fmla="*/ 1846520 w 1846520"/>
              <a:gd name="csY7" fmla="*/ 1426852 h 2503249"/>
              <a:gd name="csX8" fmla="*/ 1846520 w 1846520"/>
              <a:gd name="csY8" fmla="*/ 1927502 h 2503249"/>
              <a:gd name="csX9" fmla="*/ 1846520 w 1846520"/>
              <a:gd name="csY9" fmla="*/ 2503249 h 2503249"/>
              <a:gd name="csX10" fmla="*/ 1421820 w 1846520"/>
              <a:gd name="csY10" fmla="*/ 2503249 h 2503249"/>
              <a:gd name="csX11" fmla="*/ 960190 w 1846520"/>
              <a:gd name="csY11" fmla="*/ 2503249 h 2503249"/>
              <a:gd name="csX12" fmla="*/ 517026 w 1846520"/>
              <a:gd name="csY12" fmla="*/ 2503249 h 2503249"/>
              <a:gd name="csX13" fmla="*/ 0 w 1846520"/>
              <a:gd name="csY13" fmla="*/ 2503249 h 2503249"/>
              <a:gd name="csX14" fmla="*/ 0 w 1846520"/>
              <a:gd name="csY14" fmla="*/ 1952534 h 2503249"/>
              <a:gd name="csX15" fmla="*/ 0 w 1846520"/>
              <a:gd name="csY15" fmla="*/ 1401819 h 2503249"/>
              <a:gd name="csX16" fmla="*/ 0 w 1846520"/>
              <a:gd name="csY16" fmla="*/ 901170 h 2503249"/>
              <a:gd name="csX17" fmla="*/ 0 w 1846520"/>
              <a:gd name="csY17" fmla="*/ 0 h 250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846520" h="2503249"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62574" y="125540"/>
                  <a:pt x="1814418" y="315597"/>
                  <a:pt x="1846520" y="475617"/>
                </a:cubicBezTo>
                <a:cubicBezTo>
                  <a:pt x="1878622" y="635637"/>
                  <a:pt x="1835477" y="821578"/>
                  <a:pt x="1846520" y="926202"/>
                </a:cubicBezTo>
                <a:cubicBezTo>
                  <a:pt x="1857563" y="1030827"/>
                  <a:pt x="1830835" y="1244670"/>
                  <a:pt x="1846520" y="1426852"/>
                </a:cubicBezTo>
                <a:cubicBezTo>
                  <a:pt x="1862205" y="1609034"/>
                  <a:pt x="1828941" y="1688808"/>
                  <a:pt x="1846520" y="1927502"/>
                </a:cubicBezTo>
                <a:cubicBezTo>
                  <a:pt x="1864099" y="2166196"/>
                  <a:pt x="1819449" y="2257461"/>
                  <a:pt x="1846520" y="2503249"/>
                </a:cubicBezTo>
                <a:cubicBezTo>
                  <a:pt x="1697628" y="2517190"/>
                  <a:pt x="1536523" y="2457179"/>
                  <a:pt x="1421820" y="2503249"/>
                </a:cubicBezTo>
                <a:cubicBezTo>
                  <a:pt x="1307117" y="2549319"/>
                  <a:pt x="1164351" y="2499739"/>
                  <a:pt x="960190" y="2503249"/>
                </a:cubicBezTo>
                <a:cubicBezTo>
                  <a:pt x="756029" y="2506759"/>
                  <a:pt x="722383" y="2487760"/>
                  <a:pt x="517026" y="2503249"/>
                </a:cubicBezTo>
                <a:cubicBezTo>
                  <a:pt x="311669" y="2518738"/>
                  <a:pt x="202155" y="2458276"/>
                  <a:pt x="0" y="2503249"/>
                </a:cubicBezTo>
                <a:cubicBezTo>
                  <a:pt x="-52688" y="2277115"/>
                  <a:pt x="51373" y="2092220"/>
                  <a:pt x="0" y="1952534"/>
                </a:cubicBezTo>
                <a:cubicBezTo>
                  <a:pt x="-51373" y="1812848"/>
                  <a:pt x="31955" y="1555458"/>
                  <a:pt x="0" y="1401819"/>
                </a:cubicBezTo>
                <a:cubicBezTo>
                  <a:pt x="-31955" y="1248180"/>
                  <a:pt x="220" y="1134421"/>
                  <a:pt x="0" y="901170"/>
                </a:cubicBezTo>
                <a:cubicBezTo>
                  <a:pt x="-220" y="667919"/>
                  <a:pt x="8334" y="354148"/>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What is my problem? </a:t>
            </a:r>
          </a:p>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What about a potential solution?</a:t>
            </a:r>
          </a:p>
        </p:txBody>
      </p:sp>
      <p:sp>
        <p:nvSpPr>
          <p:cNvPr id="48" name="TextBox 47">
            <a:extLst>
              <a:ext uri="{FF2B5EF4-FFF2-40B4-BE49-F238E27FC236}">
                <a16:creationId xmlns:a16="http://schemas.microsoft.com/office/drawing/2014/main" id="{776DB6CE-5376-2FE4-23F0-3A9D082C13FA}"/>
              </a:ext>
            </a:extLst>
          </p:cNvPr>
          <p:cNvSpPr txBox="1"/>
          <p:nvPr/>
        </p:nvSpPr>
        <p:spPr>
          <a:xfrm>
            <a:off x="6988169" y="11448894"/>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User Stories</a:t>
            </a:r>
          </a:p>
        </p:txBody>
      </p:sp>
      <p:sp>
        <p:nvSpPr>
          <p:cNvPr id="51" name="TextBox 50">
            <a:extLst>
              <a:ext uri="{FF2B5EF4-FFF2-40B4-BE49-F238E27FC236}">
                <a16:creationId xmlns:a16="http://schemas.microsoft.com/office/drawing/2014/main" id="{E59E3BB9-2137-AD9A-A904-CA5E936D1967}"/>
              </a:ext>
            </a:extLst>
          </p:cNvPr>
          <p:cNvSpPr txBox="1"/>
          <p:nvPr/>
        </p:nvSpPr>
        <p:spPr>
          <a:xfrm>
            <a:off x="8770965" y="9318886"/>
            <a:ext cx="1846520" cy="1178271"/>
          </a:xfrm>
          <a:custGeom>
            <a:avLst/>
            <a:gdLst>
              <a:gd name="csX0" fmla="*/ 0 w 1846520"/>
              <a:gd name="csY0" fmla="*/ 0 h 1178271"/>
              <a:gd name="csX1" fmla="*/ 443165 w 1846520"/>
              <a:gd name="csY1" fmla="*/ 0 h 1178271"/>
              <a:gd name="csX2" fmla="*/ 849399 w 1846520"/>
              <a:gd name="csY2" fmla="*/ 0 h 1178271"/>
              <a:gd name="csX3" fmla="*/ 1347960 w 1846520"/>
              <a:gd name="csY3" fmla="*/ 0 h 1178271"/>
              <a:gd name="csX4" fmla="*/ 1846520 w 1846520"/>
              <a:gd name="csY4" fmla="*/ 0 h 1178271"/>
              <a:gd name="csX5" fmla="*/ 1846520 w 1846520"/>
              <a:gd name="csY5" fmla="*/ 577353 h 1178271"/>
              <a:gd name="csX6" fmla="*/ 1846520 w 1846520"/>
              <a:gd name="csY6" fmla="*/ 1178271 h 1178271"/>
              <a:gd name="csX7" fmla="*/ 1384890 w 1846520"/>
              <a:gd name="csY7" fmla="*/ 1178271 h 1178271"/>
              <a:gd name="csX8" fmla="*/ 886330 w 1846520"/>
              <a:gd name="csY8" fmla="*/ 1178271 h 1178271"/>
              <a:gd name="csX9" fmla="*/ 480095 w 1846520"/>
              <a:gd name="csY9" fmla="*/ 1178271 h 1178271"/>
              <a:gd name="csX10" fmla="*/ 0 w 1846520"/>
              <a:gd name="csY10" fmla="*/ 1178271 h 1178271"/>
              <a:gd name="csX11" fmla="*/ 0 w 1846520"/>
              <a:gd name="csY11" fmla="*/ 589136 h 1178271"/>
              <a:gd name="csX12" fmla="*/ 0 w 1846520"/>
              <a:gd name="csY12" fmla="*/ 0 h 1178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117827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87644" y="265108"/>
                  <a:pt x="1802569" y="336260"/>
                  <a:pt x="1846520" y="577353"/>
                </a:cubicBezTo>
                <a:cubicBezTo>
                  <a:pt x="1890471" y="818446"/>
                  <a:pt x="1839975" y="1038395"/>
                  <a:pt x="1846520" y="1178271"/>
                </a:cubicBezTo>
                <a:cubicBezTo>
                  <a:pt x="1646235" y="1229367"/>
                  <a:pt x="1591284" y="1159641"/>
                  <a:pt x="1384890" y="1178271"/>
                </a:cubicBezTo>
                <a:cubicBezTo>
                  <a:pt x="1178496" y="1196901"/>
                  <a:pt x="1045173" y="1162615"/>
                  <a:pt x="886330" y="1178271"/>
                </a:cubicBezTo>
                <a:cubicBezTo>
                  <a:pt x="727487" y="1193927"/>
                  <a:pt x="575476" y="1152564"/>
                  <a:pt x="480095" y="1178271"/>
                </a:cubicBezTo>
                <a:cubicBezTo>
                  <a:pt x="384714" y="1203978"/>
                  <a:pt x="151495" y="1154771"/>
                  <a:pt x="0" y="1178271"/>
                </a:cubicBezTo>
                <a:cubicBezTo>
                  <a:pt x="-29422" y="1008134"/>
                  <a:pt x="63421" y="707790"/>
                  <a:pt x="0" y="589136"/>
                </a:cubicBezTo>
                <a:cubicBezTo>
                  <a:pt x="-63421" y="470482"/>
                  <a:pt x="52149" y="158493"/>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lang="en-US" sz="1800"/>
              <a:t>Envisage the solution</a:t>
            </a:r>
            <a:endParaRPr kumimoji="0" lang="en-US" sz="1800" b="0" i="0" u="none" strike="noStrike" cap="none" spc="0" normalizeH="0" baseline="0">
              <a:ln>
                <a:noFill/>
              </a:ln>
              <a:solidFill>
                <a:srgbClr val="FFFFFF"/>
              </a:solidFill>
              <a:effectLst/>
              <a:uFillTx/>
              <a:latin typeface="Roboto"/>
              <a:ea typeface="Roboto"/>
              <a:cs typeface="Roboto"/>
              <a:sym typeface="Roboto"/>
            </a:endParaRPr>
          </a:p>
        </p:txBody>
      </p:sp>
      <p:sp>
        <p:nvSpPr>
          <p:cNvPr id="52" name="TextBox 51">
            <a:extLst>
              <a:ext uri="{FF2B5EF4-FFF2-40B4-BE49-F238E27FC236}">
                <a16:creationId xmlns:a16="http://schemas.microsoft.com/office/drawing/2014/main" id="{29D66F46-A826-D6E8-CC5A-FC18F4A915B0}"/>
              </a:ext>
            </a:extLst>
          </p:cNvPr>
          <p:cNvSpPr txBox="1"/>
          <p:nvPr/>
        </p:nvSpPr>
        <p:spPr>
          <a:xfrm>
            <a:off x="13161328" y="9763992"/>
            <a:ext cx="1846520" cy="2004651"/>
          </a:xfrm>
          <a:custGeom>
            <a:avLst/>
            <a:gdLst>
              <a:gd name="csX0" fmla="*/ 0 w 1846520"/>
              <a:gd name="csY0" fmla="*/ 0 h 2004651"/>
              <a:gd name="csX1" fmla="*/ 443165 w 1846520"/>
              <a:gd name="csY1" fmla="*/ 0 h 2004651"/>
              <a:gd name="csX2" fmla="*/ 849399 w 1846520"/>
              <a:gd name="csY2" fmla="*/ 0 h 2004651"/>
              <a:gd name="csX3" fmla="*/ 1347960 w 1846520"/>
              <a:gd name="csY3" fmla="*/ 0 h 2004651"/>
              <a:gd name="csX4" fmla="*/ 1846520 w 1846520"/>
              <a:gd name="csY4" fmla="*/ 0 h 2004651"/>
              <a:gd name="csX5" fmla="*/ 1846520 w 1846520"/>
              <a:gd name="csY5" fmla="*/ 481116 h 2004651"/>
              <a:gd name="csX6" fmla="*/ 1846520 w 1846520"/>
              <a:gd name="csY6" fmla="*/ 942186 h 2004651"/>
              <a:gd name="csX7" fmla="*/ 1846520 w 1846520"/>
              <a:gd name="csY7" fmla="*/ 1443349 h 2004651"/>
              <a:gd name="csX8" fmla="*/ 1846520 w 1846520"/>
              <a:gd name="csY8" fmla="*/ 2004651 h 2004651"/>
              <a:gd name="csX9" fmla="*/ 1421820 w 1846520"/>
              <a:gd name="csY9" fmla="*/ 2004651 h 2004651"/>
              <a:gd name="csX10" fmla="*/ 960190 w 1846520"/>
              <a:gd name="csY10" fmla="*/ 2004651 h 2004651"/>
              <a:gd name="csX11" fmla="*/ 498560 w 1846520"/>
              <a:gd name="csY11" fmla="*/ 2004651 h 2004651"/>
              <a:gd name="csX12" fmla="*/ 0 w 1846520"/>
              <a:gd name="csY12" fmla="*/ 2004651 h 2004651"/>
              <a:gd name="csX13" fmla="*/ 0 w 1846520"/>
              <a:gd name="csY13" fmla="*/ 1463395 h 2004651"/>
              <a:gd name="csX14" fmla="*/ 0 w 1846520"/>
              <a:gd name="csY14" fmla="*/ 922139 h 2004651"/>
              <a:gd name="csX15" fmla="*/ 0 w 1846520"/>
              <a:gd name="csY15" fmla="*/ 0 h 2004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520" h="200465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47391" y="153622"/>
                  <a:pt x="1815808" y="341952"/>
                  <a:pt x="1846520" y="481116"/>
                </a:cubicBezTo>
                <a:cubicBezTo>
                  <a:pt x="1877232" y="620280"/>
                  <a:pt x="1801792" y="778566"/>
                  <a:pt x="1846520" y="942186"/>
                </a:cubicBezTo>
                <a:cubicBezTo>
                  <a:pt x="1891248" y="1105806"/>
                  <a:pt x="1788274" y="1241311"/>
                  <a:pt x="1846520" y="1443349"/>
                </a:cubicBezTo>
                <a:cubicBezTo>
                  <a:pt x="1904766" y="1645387"/>
                  <a:pt x="1835698" y="1795545"/>
                  <a:pt x="1846520" y="2004651"/>
                </a:cubicBezTo>
                <a:cubicBezTo>
                  <a:pt x="1685925" y="2051655"/>
                  <a:pt x="1578801" y="1958476"/>
                  <a:pt x="1421820" y="2004651"/>
                </a:cubicBezTo>
                <a:cubicBezTo>
                  <a:pt x="1264839" y="2050826"/>
                  <a:pt x="1169536" y="1953578"/>
                  <a:pt x="960190" y="2004651"/>
                </a:cubicBezTo>
                <a:cubicBezTo>
                  <a:pt x="750844" y="2055724"/>
                  <a:pt x="702721" y="2001141"/>
                  <a:pt x="498560" y="2004651"/>
                </a:cubicBezTo>
                <a:cubicBezTo>
                  <a:pt x="294399" y="2008161"/>
                  <a:pt x="233334" y="1998545"/>
                  <a:pt x="0" y="2004651"/>
                </a:cubicBezTo>
                <a:cubicBezTo>
                  <a:pt x="-27743" y="1876604"/>
                  <a:pt x="18225" y="1667768"/>
                  <a:pt x="0" y="1463395"/>
                </a:cubicBezTo>
                <a:cubicBezTo>
                  <a:pt x="-18225" y="1259022"/>
                  <a:pt x="47739" y="1187861"/>
                  <a:pt x="0" y="922139"/>
                </a:cubicBezTo>
                <a:cubicBezTo>
                  <a:pt x="-47739" y="656417"/>
                  <a:pt x="103857" y="348081"/>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Test and Iterate</a:t>
            </a:r>
          </a:p>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Did you consider accessibility?</a:t>
            </a:r>
          </a:p>
        </p:txBody>
      </p:sp>
      <p:sp>
        <p:nvSpPr>
          <p:cNvPr id="53" name="TextBox 52">
            <a:extLst>
              <a:ext uri="{FF2B5EF4-FFF2-40B4-BE49-F238E27FC236}">
                <a16:creationId xmlns:a16="http://schemas.microsoft.com/office/drawing/2014/main" id="{8FB56E79-860D-A5FB-9B53-6AFD7A37C902}"/>
              </a:ext>
            </a:extLst>
          </p:cNvPr>
          <p:cNvSpPr txBox="1"/>
          <p:nvPr/>
        </p:nvSpPr>
        <p:spPr>
          <a:xfrm>
            <a:off x="15295971" y="12304085"/>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Test and Iterate</a:t>
            </a:r>
          </a:p>
        </p:txBody>
      </p:sp>
      <p:sp>
        <p:nvSpPr>
          <p:cNvPr id="56" name="TextBox 55">
            <a:extLst>
              <a:ext uri="{FF2B5EF4-FFF2-40B4-BE49-F238E27FC236}">
                <a16:creationId xmlns:a16="http://schemas.microsoft.com/office/drawing/2014/main" id="{F1002B62-9D3E-7DAE-4B0B-3D1EA7BBEF51}"/>
              </a:ext>
            </a:extLst>
          </p:cNvPr>
          <p:cNvSpPr txBox="1"/>
          <p:nvPr/>
        </p:nvSpPr>
        <p:spPr>
          <a:xfrm>
            <a:off x="17183980" y="10466180"/>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Test and Iterate</a:t>
            </a:r>
          </a:p>
        </p:txBody>
      </p:sp>
      <p:sp>
        <p:nvSpPr>
          <p:cNvPr id="57" name="TextBox 56">
            <a:extLst>
              <a:ext uri="{FF2B5EF4-FFF2-40B4-BE49-F238E27FC236}">
                <a16:creationId xmlns:a16="http://schemas.microsoft.com/office/drawing/2014/main" id="{52C53263-AA27-F3A2-0249-101112E8D231}"/>
              </a:ext>
            </a:extLst>
          </p:cNvPr>
          <p:cNvSpPr txBox="1"/>
          <p:nvPr/>
        </p:nvSpPr>
        <p:spPr>
          <a:xfrm>
            <a:off x="19250023" y="11793566"/>
            <a:ext cx="1846520" cy="1178271"/>
          </a:xfrm>
          <a:custGeom>
            <a:avLst/>
            <a:gdLst>
              <a:gd name="csX0" fmla="*/ 0 w 1846520"/>
              <a:gd name="csY0" fmla="*/ 0 h 1178271"/>
              <a:gd name="csX1" fmla="*/ 443165 w 1846520"/>
              <a:gd name="csY1" fmla="*/ 0 h 1178271"/>
              <a:gd name="csX2" fmla="*/ 849399 w 1846520"/>
              <a:gd name="csY2" fmla="*/ 0 h 1178271"/>
              <a:gd name="csX3" fmla="*/ 1347960 w 1846520"/>
              <a:gd name="csY3" fmla="*/ 0 h 1178271"/>
              <a:gd name="csX4" fmla="*/ 1846520 w 1846520"/>
              <a:gd name="csY4" fmla="*/ 0 h 1178271"/>
              <a:gd name="csX5" fmla="*/ 1846520 w 1846520"/>
              <a:gd name="csY5" fmla="*/ 577353 h 1178271"/>
              <a:gd name="csX6" fmla="*/ 1846520 w 1846520"/>
              <a:gd name="csY6" fmla="*/ 1178271 h 1178271"/>
              <a:gd name="csX7" fmla="*/ 1384890 w 1846520"/>
              <a:gd name="csY7" fmla="*/ 1178271 h 1178271"/>
              <a:gd name="csX8" fmla="*/ 886330 w 1846520"/>
              <a:gd name="csY8" fmla="*/ 1178271 h 1178271"/>
              <a:gd name="csX9" fmla="*/ 480095 w 1846520"/>
              <a:gd name="csY9" fmla="*/ 1178271 h 1178271"/>
              <a:gd name="csX10" fmla="*/ 0 w 1846520"/>
              <a:gd name="csY10" fmla="*/ 1178271 h 1178271"/>
              <a:gd name="csX11" fmla="*/ 0 w 1846520"/>
              <a:gd name="csY11" fmla="*/ 589136 h 1178271"/>
              <a:gd name="csX12" fmla="*/ 0 w 1846520"/>
              <a:gd name="csY12" fmla="*/ 0 h 1178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117827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87644" y="265108"/>
                  <a:pt x="1802569" y="336260"/>
                  <a:pt x="1846520" y="577353"/>
                </a:cubicBezTo>
                <a:cubicBezTo>
                  <a:pt x="1890471" y="818446"/>
                  <a:pt x="1839975" y="1038395"/>
                  <a:pt x="1846520" y="1178271"/>
                </a:cubicBezTo>
                <a:cubicBezTo>
                  <a:pt x="1646235" y="1229367"/>
                  <a:pt x="1591284" y="1159641"/>
                  <a:pt x="1384890" y="1178271"/>
                </a:cubicBezTo>
                <a:cubicBezTo>
                  <a:pt x="1178496" y="1196901"/>
                  <a:pt x="1045173" y="1162615"/>
                  <a:pt x="886330" y="1178271"/>
                </a:cubicBezTo>
                <a:cubicBezTo>
                  <a:pt x="727487" y="1193927"/>
                  <a:pt x="575476" y="1152564"/>
                  <a:pt x="480095" y="1178271"/>
                </a:cubicBezTo>
                <a:cubicBezTo>
                  <a:pt x="384714" y="1203978"/>
                  <a:pt x="151495" y="1154771"/>
                  <a:pt x="0" y="1178271"/>
                </a:cubicBezTo>
                <a:cubicBezTo>
                  <a:pt x="-29422" y="1008134"/>
                  <a:pt x="63421" y="707790"/>
                  <a:pt x="0" y="589136"/>
                </a:cubicBezTo>
                <a:cubicBezTo>
                  <a:pt x="-63421" y="470482"/>
                  <a:pt x="52149" y="158493"/>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a:ln>
                  <a:noFill/>
                </a:ln>
                <a:solidFill>
                  <a:srgbClr val="FFFFFF"/>
                </a:solidFill>
                <a:effectLst/>
                <a:uFillTx/>
                <a:latin typeface="Roboto"/>
                <a:ea typeface="Roboto"/>
                <a:cs typeface="Roboto"/>
                <a:sym typeface="Roboto"/>
              </a:rPr>
              <a:t>Document and present</a:t>
            </a:r>
          </a:p>
        </p:txBody>
      </p:sp>
      <p:sp>
        <p:nvSpPr>
          <p:cNvPr id="2" name="Rounded Rectangle 1">
            <a:extLst>
              <a:ext uri="{FF2B5EF4-FFF2-40B4-BE49-F238E27FC236}">
                <a16:creationId xmlns:a16="http://schemas.microsoft.com/office/drawing/2014/main" id="{38708088-DC95-A882-920C-F91548D805D1}"/>
              </a:ext>
            </a:extLst>
          </p:cNvPr>
          <p:cNvSpPr/>
          <p:nvPr/>
        </p:nvSpPr>
        <p:spPr>
          <a:xfrm>
            <a:off x="971108" y="8061726"/>
            <a:ext cx="9870537" cy="4574773"/>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8" name="Rounded Rectangle 37">
            <a:extLst>
              <a:ext uri="{FF2B5EF4-FFF2-40B4-BE49-F238E27FC236}">
                <a16:creationId xmlns:a16="http://schemas.microsoft.com/office/drawing/2014/main" id="{603001DF-D1F4-3930-5604-45ED779643C7}"/>
              </a:ext>
            </a:extLst>
          </p:cNvPr>
          <p:cNvSpPr/>
          <p:nvPr/>
        </p:nvSpPr>
        <p:spPr>
          <a:xfrm>
            <a:off x="1266599" y="7013309"/>
            <a:ext cx="11890721" cy="1076879"/>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9" name="Rounded Rectangle 38">
            <a:extLst>
              <a:ext uri="{FF2B5EF4-FFF2-40B4-BE49-F238E27FC236}">
                <a16:creationId xmlns:a16="http://schemas.microsoft.com/office/drawing/2014/main" id="{3ECB4ECE-7FEB-7F8A-F817-6941FFBBA5F2}"/>
              </a:ext>
            </a:extLst>
          </p:cNvPr>
          <p:cNvSpPr/>
          <p:nvPr/>
        </p:nvSpPr>
        <p:spPr>
          <a:xfrm>
            <a:off x="5746282" y="5627163"/>
            <a:ext cx="5845677" cy="1396844"/>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3836121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Next week – Point of Views"/>
          <p:cNvSpPr txBox="1">
            <a:spLocks noGrp="1"/>
          </p:cNvSpPr>
          <p:nvPr>
            <p:ph type="title"/>
          </p:nvPr>
        </p:nvSpPr>
        <p:spPr>
          <a:prstGeom prst="rect">
            <a:avLst/>
          </a:prstGeom>
        </p:spPr>
        <p:txBody>
          <a:bodyPr>
            <a:normAutofit/>
          </a:bodyPr>
          <a:lstStyle/>
          <a:p>
            <a:r>
              <a:t>Next wee</a:t>
            </a:r>
            <a:r>
              <a:rPr lang="en-AU"/>
              <a:t>k</a:t>
            </a:r>
            <a:endParaRPr/>
          </a:p>
        </p:txBody>
      </p:sp>
      <p:sp>
        <p:nvSpPr>
          <p:cNvPr id="171" name="A good way of capturing user insights ahead of the ideation phase is to formulate Point of Views.…"/>
          <p:cNvSpPr txBox="1">
            <a:spLocks noGrp="1"/>
          </p:cNvSpPr>
          <p:nvPr>
            <p:ph type="body" sz="half" idx="1"/>
          </p:nvPr>
        </p:nvSpPr>
        <p:spPr>
          <a:xfrm>
            <a:off x="1206500" y="5099558"/>
            <a:ext cx="21971000" cy="7220011"/>
          </a:xfrm>
          <a:prstGeom prst="rect">
            <a:avLst/>
          </a:prstGeom>
        </p:spPr>
        <p:txBody>
          <a:bodyPr>
            <a:normAutofit/>
          </a:bodyPr>
          <a:lstStyle/>
          <a:p>
            <a:r>
              <a:rPr lang="en-US"/>
              <a:t>Accessibility </a:t>
            </a:r>
          </a:p>
          <a:p>
            <a:pPr lvl="1"/>
            <a:r>
              <a:rPr lang="en-US"/>
              <a:t>Designing for all users</a:t>
            </a:r>
          </a:p>
          <a:p>
            <a:pPr lvl="1"/>
            <a:r>
              <a:rPr lang="en-US"/>
              <a:t>Principles and considerations</a:t>
            </a:r>
            <a:endParaRPr lang="en-AU"/>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Wrap"/>
          <p:cNvSpPr txBox="1">
            <a:spLocks noGrp="1"/>
          </p:cNvSpPr>
          <p:nvPr>
            <p:ph type="title"/>
          </p:nvPr>
        </p:nvSpPr>
        <p:spPr>
          <a:prstGeom prst="rect">
            <a:avLst/>
          </a:prstGeom>
        </p:spPr>
        <p:txBody>
          <a:bodyPr/>
          <a:lstStyle/>
          <a:p>
            <a:r>
              <a:t>Wrap</a:t>
            </a:r>
          </a:p>
        </p:txBody>
      </p:sp>
      <p:sp>
        <p:nvSpPr>
          <p:cNvPr id="207" name="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t>5 minutes</a:t>
            </a:r>
          </a:p>
        </p:txBody>
      </p:sp>
      <p:sp>
        <p:nvSpPr>
          <p:cNvPr id="208" name="Brief reflection…"/>
          <p:cNvSpPr txBox="1">
            <a:spLocks noGrp="1"/>
          </p:cNvSpPr>
          <p:nvPr>
            <p:ph type="body" idx="1"/>
          </p:nvPr>
        </p:nvSpPr>
        <p:spPr>
          <a:xfrm>
            <a:off x="1206500" y="3994504"/>
            <a:ext cx="21971000" cy="7239377"/>
          </a:xfrm>
          <a:prstGeom prst="rect">
            <a:avLst/>
          </a:prstGeom>
        </p:spPr>
        <p:txBody>
          <a:bodyPr>
            <a:normAutofit/>
          </a:bodyPr>
          <a:lstStyle/>
          <a:p>
            <a:pPr lvl="0"/>
            <a:r>
              <a:rPr lang="en-US" i="1"/>
              <a:t>Reflection:</a:t>
            </a:r>
            <a:r>
              <a:rPr lang="en-US"/>
              <a:t> Why is it important to think about UI components and design the User Experience well?</a:t>
            </a:r>
          </a:p>
          <a:p>
            <a:pPr lvl="0"/>
            <a:endParaRPr lang="en-US"/>
          </a:p>
        </p:txBody>
      </p:sp>
      <p:graphicFrame>
        <p:nvGraphicFramePr>
          <p:cNvPr id="7" name="Table">
            <a:extLst>
              <a:ext uri="{FF2B5EF4-FFF2-40B4-BE49-F238E27FC236}">
                <a16:creationId xmlns:a16="http://schemas.microsoft.com/office/drawing/2014/main" id="{09377E2C-3D2B-543C-7EB5-BACE3ABDFB69}"/>
              </a:ext>
            </a:extLst>
          </p:cNvPr>
          <p:cNvGraphicFramePr/>
          <p:nvPr>
            <p:extLst>
              <p:ext uri="{D42A27DB-BD31-4B8C-83A1-F6EECF244321}">
                <p14:modId xmlns:p14="http://schemas.microsoft.com/office/powerpoint/2010/main" val="4021292529"/>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a:t>Intro</a:t>
                      </a:r>
                    </a:p>
                  </a:txBody>
                  <a:tcPr marL="50800" marR="50800" marT="50800" marB="50800" anchor="ctr" horzOverflow="overflow">
                    <a:solidFill>
                      <a:schemeClr val="accent1">
                        <a:lumMod val="50000"/>
                      </a:schemeClr>
                    </a:solidFill>
                  </a:tcPr>
                </a:tc>
                <a:tc>
                  <a:txBody>
                    <a:bodyPr/>
                    <a:lstStyle/>
                    <a:p>
                      <a:pPr defTabSz="914400"/>
                      <a:r>
                        <a:rPr lang="en-AU" sz="2500"/>
                        <a:t>UI/UX</a:t>
                      </a:r>
                      <a:endParaRPr sz="2500"/>
                    </a:p>
                  </a:txBody>
                  <a:tcPr marL="50800" marR="50800" marT="50800" marB="50800" anchor="ctr" horzOverflow="overflow">
                    <a:solidFill>
                      <a:schemeClr val="accent1">
                        <a:lumMod val="50000"/>
                      </a:schemeClr>
                    </a:solidFill>
                  </a:tcPr>
                </a:tc>
                <a:tc>
                  <a:txBody>
                    <a:bodyPr/>
                    <a:lstStyle/>
                    <a:p>
                      <a:pPr defTabSz="914400"/>
                      <a:r>
                        <a:rPr lang="en-AU" sz="2500"/>
                        <a:t>Group Work</a:t>
                      </a:r>
                      <a:endParaRPr sz="2500"/>
                    </a:p>
                  </a:txBody>
                  <a:tcPr marL="50800" marR="50800" marT="50800" marB="50800" anchor="ctr" horzOverflow="overflow">
                    <a:solidFill>
                      <a:schemeClr val="accent1">
                        <a:lumMod val="50000"/>
                      </a:schemeClr>
                    </a:solidFill>
                  </a:tcPr>
                </a:tc>
                <a:tc>
                  <a:txBody>
                    <a:bodyPr/>
                    <a:lstStyle/>
                    <a:p>
                      <a:pPr defTabSz="914400"/>
                      <a:r>
                        <a:rPr sz="2500"/>
                        <a:t>Wrap-up</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0"/>
                  </a:ext>
                </a:extLst>
              </a:tr>
              <a:tr h="549531">
                <a:tc>
                  <a:txBody>
                    <a:bodyPr/>
                    <a:lstStyle/>
                    <a:p>
                      <a:pPr defTabSz="914400"/>
                      <a:r>
                        <a:rPr sz="2500"/>
                        <a:t>5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50000"/>
                      </a:schemeClr>
                    </a:solidFill>
                  </a:tcPr>
                </a:tc>
                <a:tc>
                  <a:txBody>
                    <a:bodyPr/>
                    <a:lstStyle/>
                    <a:p>
                      <a:pPr defTabSz="914400"/>
                      <a:r>
                        <a:rPr lang="en-AU" sz="2500"/>
                        <a:t>50</a:t>
                      </a:r>
                      <a:r>
                        <a:rPr sz="2500"/>
                        <a:t> min</a:t>
                      </a:r>
                    </a:p>
                  </a:txBody>
                  <a:tcPr marL="50800" marR="50800" marT="50800" marB="50800" anchor="ctr" horzOverflow="overflow">
                    <a:solidFill>
                      <a:schemeClr val="accent1">
                        <a:lumMod val="50000"/>
                      </a:schemeClr>
                    </a:solidFill>
                  </a:tcPr>
                </a:tc>
                <a:tc>
                  <a:txBody>
                    <a:bodyPr/>
                    <a:lstStyle/>
                    <a:p>
                      <a:pPr defTabSz="914400"/>
                      <a:r>
                        <a:rPr sz="2500"/>
                        <a:t>5 min</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1"/>
                  </a:ext>
                </a:extLst>
              </a:tr>
              <a:tr h="568927">
                <a:tc>
                  <a:txBody>
                    <a:bodyPr/>
                    <a:lstStyle/>
                    <a:p>
                      <a:pPr defTabSz="914400"/>
                      <a:r>
                        <a:rPr sz="2500"/>
                        <a:t>all</a:t>
                      </a:r>
                    </a:p>
                  </a:txBody>
                  <a:tcPr marL="50800" marR="50800" marT="50800" marB="50800" anchor="ctr" horzOverflow="overflow">
                    <a:solidFill>
                      <a:schemeClr val="accent1">
                        <a:lumMod val="50000"/>
                      </a:schemeClr>
                    </a:solidFill>
                  </a:tcPr>
                </a:tc>
                <a:tc>
                  <a:txBody>
                    <a:bodyPr/>
                    <a:lstStyle/>
                    <a:p>
                      <a:pPr defTabSz="914400"/>
                      <a:r>
                        <a:rPr lang="en-AU" sz="2500"/>
                        <a:t>all</a:t>
                      </a:r>
                      <a:endParaRPr sz="2500"/>
                    </a:p>
                  </a:txBody>
                  <a:tcPr marL="50800" marR="50800" marT="50800" marB="50800" anchor="ctr" horzOverflow="overflow">
                    <a:solidFill>
                      <a:schemeClr val="accent1">
                        <a:lumMod val="50000"/>
                      </a:schemeClr>
                    </a:solidFill>
                  </a:tcPr>
                </a:tc>
                <a:tc>
                  <a:txBody>
                    <a:bodyPr/>
                    <a:lstStyle/>
                    <a:p>
                      <a:pPr defTabSz="914400"/>
                      <a:r>
                        <a:rPr sz="2500" dirty="0"/>
                        <a:t>group</a:t>
                      </a:r>
                    </a:p>
                  </a:txBody>
                  <a:tcPr marL="50800" marR="50800" marT="50800" marB="50800" anchor="ctr" horzOverflow="overflow">
                    <a:solidFill>
                      <a:schemeClr val="accent1">
                        <a:lumMod val="50000"/>
                      </a:schemeClr>
                    </a:solidFill>
                  </a:tcPr>
                </a:tc>
                <a:tc>
                  <a:txBody>
                    <a:bodyPr/>
                    <a:lstStyle/>
                    <a:p>
                      <a:pPr defTabSz="914400"/>
                      <a:r>
                        <a:rPr sz="2500" dirty="0"/>
                        <a:t>all</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theme/theme1.xml><?xml version="1.0" encoding="utf-8"?>
<a:theme xmlns:a="http://schemas.openxmlformats.org/drawingml/2006/main" name="21_BasicWhite">
  <a:themeElements>
    <a:clrScheme name="21_BasicWhite">
      <a:dk1>
        <a:srgbClr val="FFFFFF"/>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Clancy Bold"/>
        <a:ea typeface="Clancy Bold"/>
        <a:cs typeface="Clancy Bold"/>
      </a:majorFont>
      <a:minorFont>
        <a:latin typeface="Clancy Bold"/>
        <a:ea typeface="Clancy Bold"/>
        <a:cs typeface="Clancy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Clancy Bold"/>
        <a:ea typeface="Clancy Bold"/>
        <a:cs typeface="Clancy Bold"/>
      </a:majorFont>
      <a:minorFont>
        <a:latin typeface="Clancy Bold"/>
        <a:ea typeface="Clancy Bold"/>
        <a:cs typeface="Clancy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261dd2c-0027-43ba-a5c0-fc06d6253d18">
      <Terms xmlns="http://schemas.microsoft.com/office/infopath/2007/PartnerControls"/>
    </lcf76f155ced4ddcb4097134ff3c332f>
    <TaxCatchAll xmlns="0c5612db-57fd-4635-b0b8-9d02b23fd60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A156F9A58BD2341903A5306054C943F" ma:contentTypeVersion="11" ma:contentTypeDescription="Create a new document." ma:contentTypeScope="" ma:versionID="460739ef011a59a0051bd4706ecd10be">
  <xsd:schema xmlns:xsd="http://www.w3.org/2001/XMLSchema" xmlns:xs="http://www.w3.org/2001/XMLSchema" xmlns:p="http://schemas.microsoft.com/office/2006/metadata/properties" xmlns:ns2="7261dd2c-0027-43ba-a5c0-fc06d6253d18" xmlns:ns3="0c5612db-57fd-4635-b0b8-9d02b23fd600" targetNamespace="http://schemas.microsoft.com/office/2006/metadata/properties" ma:root="true" ma:fieldsID="ba11ff6ed8f9ba65afbf1eb7a0d98946" ns2:_="" ns3:_="">
    <xsd:import namespace="7261dd2c-0027-43ba-a5c0-fc06d6253d18"/>
    <xsd:import namespace="0c5612db-57fd-4635-b0b8-9d02b23fd60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61dd2c-0027-43ba-a5c0-fc06d6253d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b026aac-6b52-4d7e-a64d-f3ee90946f56"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5612db-57fd-4635-b0b8-9d02b23fd60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5f93fda-162d-4ad3-90f6-afa9d42648e2}" ma:internalName="TaxCatchAll" ma:showField="CatchAllData" ma:web="0c5612db-57fd-4635-b0b8-9d02b23fd6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3FEAF1-8FAE-4604-A4FD-C5E2F5B6D87E}">
  <ds:schemaRefs>
    <ds:schemaRef ds:uri="be262c2b-1892-4d61-a4be-67d21920b22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7261dd2c-0027-43ba-a5c0-fc06d6253d18"/>
    <ds:schemaRef ds:uri="0c5612db-57fd-4635-b0b8-9d02b23fd600"/>
  </ds:schemaRefs>
</ds:datastoreItem>
</file>

<file path=customXml/itemProps2.xml><?xml version="1.0" encoding="utf-8"?>
<ds:datastoreItem xmlns:ds="http://schemas.openxmlformats.org/officeDocument/2006/customXml" ds:itemID="{C323D1A4-406E-463D-B5ED-25E26BA566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61dd2c-0027-43ba-a5c0-fc06d6253d18"/>
    <ds:schemaRef ds:uri="0c5612db-57fd-4635-b0b8-9d02b23fd6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03FE8F-4034-4C80-B0F5-91561A043DE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100</TotalTime>
  <Words>1061</Words>
  <Application>Microsoft Office PowerPoint</Application>
  <PresentationFormat>Custom</PresentationFormat>
  <Paragraphs>206</Paragraphs>
  <Slides>16</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Clancy Bold</vt:lpstr>
      <vt:lpstr>Clancy Light</vt:lpstr>
      <vt:lpstr>Clancy Regular</vt:lpstr>
      <vt:lpstr>Google Sans</vt:lpstr>
      <vt:lpstr>Helvetica Neue</vt:lpstr>
      <vt:lpstr>Helvetica Neue Medium</vt:lpstr>
      <vt:lpstr>Merriweather</vt:lpstr>
      <vt:lpstr>Roboto</vt:lpstr>
      <vt:lpstr>Wingdings</vt:lpstr>
      <vt:lpstr>21_BasicWhite</vt:lpstr>
      <vt:lpstr>Week 7 UI/UX and everything in-between</vt:lpstr>
      <vt:lpstr>Overview – UI/UX and in between</vt:lpstr>
      <vt:lpstr>Overview – Why are we here today?</vt:lpstr>
      <vt:lpstr>UI Guidelines</vt:lpstr>
      <vt:lpstr>UX Considerations/Guidelines</vt:lpstr>
      <vt:lpstr>PowerPoint Presentation</vt:lpstr>
      <vt:lpstr>Goal Gradient Effect</vt:lpstr>
      <vt:lpstr>Hick’s Law</vt:lpstr>
      <vt:lpstr>Design Patterns</vt:lpstr>
      <vt:lpstr>Breadcrumbs</vt:lpstr>
      <vt:lpstr>UI/UX</vt:lpstr>
      <vt:lpstr>UI/UX Incorporating feedback</vt:lpstr>
      <vt:lpstr>Group Work</vt:lpstr>
      <vt:lpstr>Group Work</vt:lpstr>
      <vt:lpstr>Next week</vt:lpstr>
      <vt:lpstr>Wrap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User research plan</dc:title>
  <cp:lastModifiedBy>LAUREN WOOD</cp:lastModifiedBy>
  <cp:revision>6</cp:revision>
  <dcterms:modified xsi:type="dcterms:W3CDTF">2026-05-28T08:51:44Z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0x010100F840389E955FC541B3239E68DC4BAD2C</vt:lpwstr>
  </property>
  <property fmtid="{D5CDD505-2E9C-101B-9397-08002B2CF9AE}" pid="3" name="MediaServiceImageTags">
    <vt:lpwstr/>
  </property>
  <property fmtid="{D5CDD505-2E9C-101B-9397-08002B2CF9AE}" pid="4" name="MSIP_Label_51a6c3db-1667-4f49-995a-8b9973972958_Enabled">
    <vt:lpwstr>true</vt:lpwstr>
  </property>
  <property fmtid="{D5CDD505-2E9C-101B-9397-08002B2CF9AE}" pid="5" name="MSIP_Label_51a6c3db-1667-4f49-995a-8b9973972958_SetDate">
    <vt:lpwstr>2026-05-28T08:51:44Z</vt:lpwstr>
  </property>
  <property fmtid="{D5CDD505-2E9C-101B-9397-08002B2CF9AE}" pid="6" name="MSIP_Label_51a6c3db-1667-4f49-995a-8b9973972958_Method">
    <vt:lpwstr>Standard</vt:lpwstr>
  </property>
  <property fmtid="{D5CDD505-2E9C-101B-9397-08002B2CF9AE}" pid="7" name="MSIP_Label_51a6c3db-1667-4f49-995a-8b9973972958_Name">
    <vt:lpwstr>UTS-Internal</vt:lpwstr>
  </property>
  <property fmtid="{D5CDD505-2E9C-101B-9397-08002B2CF9AE}" pid="8" name="MSIP_Label_51a6c3db-1667-4f49-995a-8b9973972958_SiteId">
    <vt:lpwstr>e8911c26-cf9f-4a9c-878e-527807be8791</vt:lpwstr>
  </property>
  <property fmtid="{D5CDD505-2E9C-101B-9397-08002B2CF9AE}" pid="9" name="MSIP_Label_51a6c3db-1667-4f49-995a-8b9973972958_ActionId">
    <vt:lpwstr>d14be068-45f7-45a4-836b-6b971de772a9</vt:lpwstr>
  </property>
  <property fmtid="{D5CDD505-2E9C-101B-9397-08002B2CF9AE}" pid="10" name="MSIP_Label_51a6c3db-1667-4f49-995a-8b9973972958_ContentBits">
    <vt:lpwstr>0</vt:lpwstr>
  </property>
  <property fmtid="{D5CDD505-2E9C-101B-9397-08002B2CF9AE}" pid="11" name="MSIP_Label_51a6c3db-1667-4f49-995a-8b9973972958_Tag">
    <vt:lpwstr>10, 3, 0, 1</vt:lpwstr>
  </property>
</Properties>
</file>